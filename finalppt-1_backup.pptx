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Shape 6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6" name="Shape 6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1997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431800" indent="-406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431800" indent="762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431800" indent="5588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431800" indent="1041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431800" indent="14986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/>
            </a:lvl1pPr>
          </a:lstStyle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  <a:buSzPts val="2800"/>
              <a:defRPr sz="2800"/>
            </a:lvl1pPr>
            <a:lvl2pPr marL="977900" indent="-444500">
              <a:spcBef>
                <a:spcPts val="500"/>
              </a:spcBef>
              <a:buSzPts val="2800"/>
              <a:defRPr sz="2800"/>
            </a:lvl2pPr>
            <a:lvl3pPr marL="1513839" indent="-497839">
              <a:spcBef>
                <a:spcPts val="500"/>
              </a:spcBef>
              <a:buSzPts val="2800"/>
              <a:defRPr sz="2800"/>
            </a:lvl3pPr>
            <a:lvl4pPr marL="2019300" indent="-533400">
              <a:spcBef>
                <a:spcPts val="500"/>
              </a:spcBef>
              <a:buSzPts val="2800"/>
              <a:defRPr sz="2800"/>
            </a:lvl4pPr>
            <a:lvl5pPr marL="2476500" indent="-533400">
              <a:spcBef>
                <a:spcPts val="500"/>
              </a:spcBef>
              <a:buSzPts val="2800"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Google Shape;40;p6"/>
          <p:cNvSpPr txBox="1">
            <a:spLocks noGrp="1"/>
          </p:cNvSpPr>
          <p:nvPr>
            <p:ph type="body" sz="quarter" idx="2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indent="-406400">
              <a:spcBef>
                <a:spcPts val="500"/>
              </a:spcBef>
              <a:buSzPts val="2800"/>
              <a:defRPr sz="2800"/>
            </a:pPr>
            <a:endParaRPr/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400" b="1"/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400" b="1"/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400" b="1"/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400" b="1"/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Google Shape;47;p7"/>
          <p:cNvSpPr txBox="1">
            <a:spLocks noGrp="1"/>
          </p:cNvSpPr>
          <p:nvPr>
            <p:ph type="body" sz="quarter" idx="2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  <a:endParaRPr/>
          </a:p>
        </p:txBody>
      </p:sp>
      <p:sp>
        <p:nvSpPr>
          <p:cNvPr id="58" name="Google Shape;48;p7"/>
          <p:cNvSpPr txBox="1">
            <a:spLocks noGrp="1"/>
          </p:cNvSpPr>
          <p:nvPr>
            <p:ph type="body" sz="quarter" idx="22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228600" indent="0">
              <a:spcBef>
                <a:spcPts val="400"/>
              </a:spcBef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9" name="Google Shape;49;p7"/>
          <p:cNvSpPr txBox="1">
            <a:spLocks noGrp="1"/>
          </p:cNvSpPr>
          <p:nvPr>
            <p:ph type="body" sz="quarter" idx="23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61;p9"/>
          <p:cNvSpPr txBox="1"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228600" indent="0">
              <a:spcBef>
                <a:spcPts val="200"/>
              </a:spcBef>
              <a:buClrTx/>
              <a:buSzTx/>
              <a:buFontTx/>
              <a:buNone/>
              <a:defRPr sz="1400"/>
            </a:pPr>
            <a:endParaRPr/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6" name="Google Shape;67;p10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 rot="5400000">
            <a:off x="2309018" y="-251618"/>
            <a:ext cx="4525964" cy="82296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6" cy="20574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Body Level One…"/>
          <p:cNvSpPr txBox="1">
            <a:spLocks noGrp="1"/>
          </p:cNvSpPr>
          <p:nvPr>
            <p:ph type="body" sz="quarter" idx="1"/>
          </p:nvPr>
        </p:nvSpPr>
        <p:spPr>
          <a:xfrm rot="5400000">
            <a:off x="541337" y="190500"/>
            <a:ext cx="5851526" cy="6019800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89;p14" descr="Google Shape;89;p14"/>
          <p:cNvPicPr>
            <a:picLocks noChangeAspect="1"/>
          </p:cNvPicPr>
          <p:nvPr/>
        </p:nvPicPr>
        <p:blipFill>
          <a:blip r:embed="rId2"/>
          <a:srcRect t="53791" r="49303"/>
          <a:stretch>
            <a:fillRect/>
          </a:stretch>
        </p:blipFill>
        <p:spPr>
          <a:xfrm>
            <a:off x="13992359" y="-2"/>
            <a:ext cx="4295654" cy="475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Google Shape;91;p14" descr="Google Shape;91;p14"/>
          <p:cNvPicPr>
            <a:picLocks noChangeAspect="1"/>
          </p:cNvPicPr>
          <p:nvPr/>
        </p:nvPicPr>
        <p:blipFill>
          <a:blip r:embed="rId3"/>
          <a:srcRect l="18884" b="67899"/>
          <a:stretch>
            <a:fillRect/>
          </a:stretch>
        </p:blipFill>
        <p:spPr>
          <a:xfrm>
            <a:off x="-1" y="4902899"/>
            <a:ext cx="13605603" cy="5384099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2460400" y="3131061"/>
            <a:ext cx="13367400" cy="34530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lnSpc>
                <a:spcPct val="90000"/>
              </a:lnSpc>
              <a:defRPr sz="10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47399" y="2243950"/>
            <a:ext cx="8693402" cy="905401"/>
          </a:xfrm>
          <a:prstGeom prst="rect">
            <a:avLst/>
          </a:prstGeom>
        </p:spPr>
        <p:txBody>
          <a:bodyPr lIns="182849" tIns="182849" rIns="182849" bIns="182849" anchor="b"/>
          <a:lstStyle>
            <a:lvl1pPr marL="381000" indent="-3048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381000" indent="1524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381000" indent="6096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381000" indent="10668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81000" indent="15240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Google Shape;94;p14"/>
          <p:cNvSpPr/>
          <p:nvPr/>
        </p:nvSpPr>
        <p:spPr>
          <a:xfrm>
            <a:off x="8907399" y="0"/>
            <a:ext cx="9396418" cy="102869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35" y="145"/>
                </a:lnTo>
                <a:lnTo>
                  <a:pt x="471" y="285"/>
                </a:lnTo>
                <a:lnTo>
                  <a:pt x="706" y="415"/>
                </a:lnTo>
                <a:lnTo>
                  <a:pt x="936" y="545"/>
                </a:lnTo>
                <a:lnTo>
                  <a:pt x="1379" y="780"/>
                </a:lnTo>
                <a:lnTo>
                  <a:pt x="1795" y="990"/>
                </a:lnTo>
                <a:lnTo>
                  <a:pt x="2250" y="1210"/>
                </a:lnTo>
                <a:lnTo>
                  <a:pt x="2693" y="1415"/>
                </a:lnTo>
                <a:lnTo>
                  <a:pt x="3131" y="1610"/>
                </a:lnTo>
                <a:lnTo>
                  <a:pt x="3564" y="1790"/>
                </a:lnTo>
                <a:lnTo>
                  <a:pt x="3985" y="1965"/>
                </a:lnTo>
                <a:lnTo>
                  <a:pt x="4401" y="2125"/>
                </a:lnTo>
                <a:lnTo>
                  <a:pt x="4812" y="2275"/>
                </a:lnTo>
                <a:lnTo>
                  <a:pt x="5222" y="2410"/>
                </a:lnTo>
                <a:lnTo>
                  <a:pt x="5698" y="2565"/>
                </a:lnTo>
                <a:lnTo>
                  <a:pt x="5934" y="2635"/>
                </a:lnTo>
                <a:lnTo>
                  <a:pt x="6169" y="2700"/>
                </a:lnTo>
                <a:lnTo>
                  <a:pt x="6399" y="2760"/>
                </a:lnTo>
                <a:lnTo>
                  <a:pt x="6629" y="2820"/>
                </a:lnTo>
                <a:lnTo>
                  <a:pt x="6859" y="2875"/>
                </a:lnTo>
                <a:lnTo>
                  <a:pt x="7089" y="2930"/>
                </a:lnTo>
                <a:lnTo>
                  <a:pt x="7313" y="2975"/>
                </a:lnTo>
                <a:lnTo>
                  <a:pt x="7543" y="3020"/>
                </a:lnTo>
                <a:lnTo>
                  <a:pt x="7767" y="3060"/>
                </a:lnTo>
                <a:lnTo>
                  <a:pt x="7992" y="3100"/>
                </a:lnTo>
                <a:lnTo>
                  <a:pt x="8211" y="3130"/>
                </a:lnTo>
                <a:lnTo>
                  <a:pt x="8435" y="3160"/>
                </a:lnTo>
                <a:lnTo>
                  <a:pt x="8654" y="3190"/>
                </a:lnTo>
                <a:lnTo>
                  <a:pt x="8879" y="3210"/>
                </a:lnTo>
                <a:lnTo>
                  <a:pt x="9503" y="3250"/>
                </a:lnTo>
                <a:lnTo>
                  <a:pt x="10116" y="3275"/>
                </a:lnTo>
                <a:lnTo>
                  <a:pt x="10729" y="3290"/>
                </a:lnTo>
                <a:lnTo>
                  <a:pt x="11331" y="3295"/>
                </a:lnTo>
                <a:lnTo>
                  <a:pt x="11780" y="3295"/>
                </a:lnTo>
                <a:lnTo>
                  <a:pt x="12229" y="3285"/>
                </a:lnTo>
                <a:lnTo>
                  <a:pt x="12672" y="3270"/>
                </a:lnTo>
                <a:lnTo>
                  <a:pt x="13110" y="3250"/>
                </a:lnTo>
                <a:lnTo>
                  <a:pt x="13548" y="3220"/>
                </a:lnTo>
                <a:lnTo>
                  <a:pt x="13975" y="3190"/>
                </a:lnTo>
                <a:lnTo>
                  <a:pt x="14407" y="3150"/>
                </a:lnTo>
                <a:lnTo>
                  <a:pt x="14829" y="3105"/>
                </a:lnTo>
                <a:lnTo>
                  <a:pt x="15250" y="3055"/>
                </a:lnTo>
                <a:lnTo>
                  <a:pt x="15666" y="3000"/>
                </a:lnTo>
                <a:lnTo>
                  <a:pt x="16082" y="2940"/>
                </a:lnTo>
                <a:lnTo>
                  <a:pt x="16487" y="2870"/>
                </a:lnTo>
                <a:lnTo>
                  <a:pt x="16892" y="2800"/>
                </a:lnTo>
                <a:lnTo>
                  <a:pt x="17297" y="2720"/>
                </a:lnTo>
                <a:lnTo>
                  <a:pt x="17692" y="2635"/>
                </a:lnTo>
                <a:lnTo>
                  <a:pt x="18086" y="2545"/>
                </a:lnTo>
                <a:lnTo>
                  <a:pt x="18387" y="2470"/>
                </a:lnTo>
                <a:lnTo>
                  <a:pt x="18693" y="2390"/>
                </a:lnTo>
                <a:lnTo>
                  <a:pt x="18994" y="2305"/>
                </a:lnTo>
                <a:lnTo>
                  <a:pt x="19290" y="2220"/>
                </a:lnTo>
                <a:lnTo>
                  <a:pt x="19416" y="2510"/>
                </a:lnTo>
                <a:lnTo>
                  <a:pt x="19531" y="2805"/>
                </a:lnTo>
                <a:lnTo>
                  <a:pt x="19635" y="3105"/>
                </a:lnTo>
                <a:lnTo>
                  <a:pt x="19733" y="3405"/>
                </a:lnTo>
                <a:lnTo>
                  <a:pt x="19826" y="3710"/>
                </a:lnTo>
                <a:lnTo>
                  <a:pt x="19909" y="4020"/>
                </a:lnTo>
                <a:lnTo>
                  <a:pt x="19985" y="4335"/>
                </a:lnTo>
                <a:lnTo>
                  <a:pt x="20051" y="4650"/>
                </a:lnTo>
                <a:lnTo>
                  <a:pt x="20089" y="4855"/>
                </a:lnTo>
                <a:lnTo>
                  <a:pt x="20127" y="5065"/>
                </a:lnTo>
                <a:lnTo>
                  <a:pt x="20160" y="5280"/>
                </a:lnTo>
                <a:lnTo>
                  <a:pt x="20188" y="5495"/>
                </a:lnTo>
                <a:lnTo>
                  <a:pt x="20215" y="5710"/>
                </a:lnTo>
                <a:lnTo>
                  <a:pt x="20237" y="5925"/>
                </a:lnTo>
                <a:lnTo>
                  <a:pt x="20270" y="6365"/>
                </a:lnTo>
                <a:lnTo>
                  <a:pt x="20281" y="6585"/>
                </a:lnTo>
                <a:lnTo>
                  <a:pt x="20286" y="6805"/>
                </a:lnTo>
                <a:lnTo>
                  <a:pt x="20292" y="7030"/>
                </a:lnTo>
                <a:lnTo>
                  <a:pt x="20297" y="7260"/>
                </a:lnTo>
                <a:lnTo>
                  <a:pt x="20292" y="7485"/>
                </a:lnTo>
                <a:lnTo>
                  <a:pt x="20286" y="7715"/>
                </a:lnTo>
                <a:lnTo>
                  <a:pt x="20281" y="7945"/>
                </a:lnTo>
                <a:lnTo>
                  <a:pt x="20270" y="8175"/>
                </a:lnTo>
                <a:lnTo>
                  <a:pt x="20253" y="8410"/>
                </a:lnTo>
                <a:lnTo>
                  <a:pt x="20231" y="8645"/>
                </a:lnTo>
                <a:lnTo>
                  <a:pt x="20182" y="9120"/>
                </a:lnTo>
                <a:lnTo>
                  <a:pt x="20122" y="9595"/>
                </a:lnTo>
                <a:lnTo>
                  <a:pt x="20045" y="10080"/>
                </a:lnTo>
                <a:lnTo>
                  <a:pt x="19958" y="10570"/>
                </a:lnTo>
                <a:lnTo>
                  <a:pt x="19854" y="11065"/>
                </a:lnTo>
                <a:lnTo>
                  <a:pt x="19739" y="11565"/>
                </a:lnTo>
                <a:lnTo>
                  <a:pt x="19608" y="12070"/>
                </a:lnTo>
                <a:lnTo>
                  <a:pt x="19493" y="12480"/>
                </a:lnTo>
                <a:lnTo>
                  <a:pt x="19372" y="12890"/>
                </a:lnTo>
                <a:lnTo>
                  <a:pt x="19241" y="13305"/>
                </a:lnTo>
                <a:lnTo>
                  <a:pt x="19104" y="13725"/>
                </a:lnTo>
                <a:lnTo>
                  <a:pt x="18951" y="14145"/>
                </a:lnTo>
                <a:lnTo>
                  <a:pt x="18797" y="14565"/>
                </a:lnTo>
                <a:lnTo>
                  <a:pt x="18633" y="14990"/>
                </a:lnTo>
                <a:lnTo>
                  <a:pt x="18458" y="15420"/>
                </a:lnTo>
                <a:lnTo>
                  <a:pt x="18272" y="15850"/>
                </a:lnTo>
                <a:lnTo>
                  <a:pt x="18086" y="16285"/>
                </a:lnTo>
                <a:lnTo>
                  <a:pt x="17883" y="16720"/>
                </a:lnTo>
                <a:lnTo>
                  <a:pt x="17675" y="17155"/>
                </a:lnTo>
                <a:lnTo>
                  <a:pt x="17462" y="17595"/>
                </a:lnTo>
                <a:lnTo>
                  <a:pt x="17237" y="18040"/>
                </a:lnTo>
                <a:lnTo>
                  <a:pt x="17007" y="18480"/>
                </a:lnTo>
                <a:lnTo>
                  <a:pt x="16767" y="18930"/>
                </a:lnTo>
                <a:lnTo>
                  <a:pt x="16570" y="19285"/>
                </a:lnTo>
                <a:lnTo>
                  <a:pt x="16367" y="19640"/>
                </a:lnTo>
                <a:lnTo>
                  <a:pt x="16170" y="19985"/>
                </a:lnTo>
                <a:lnTo>
                  <a:pt x="15967" y="20320"/>
                </a:lnTo>
                <a:lnTo>
                  <a:pt x="15770" y="20650"/>
                </a:lnTo>
                <a:lnTo>
                  <a:pt x="15568" y="20975"/>
                </a:lnTo>
                <a:lnTo>
                  <a:pt x="15174" y="21600"/>
                </a:lnTo>
                <a:lnTo>
                  <a:pt x="15278" y="21600"/>
                </a:lnTo>
                <a:lnTo>
                  <a:pt x="15666" y="20985"/>
                </a:lnTo>
                <a:lnTo>
                  <a:pt x="15863" y="20665"/>
                </a:lnTo>
                <a:lnTo>
                  <a:pt x="16060" y="20340"/>
                </a:lnTo>
                <a:lnTo>
                  <a:pt x="16257" y="20005"/>
                </a:lnTo>
                <a:lnTo>
                  <a:pt x="16454" y="19665"/>
                </a:lnTo>
                <a:lnTo>
                  <a:pt x="16646" y="19320"/>
                </a:lnTo>
                <a:lnTo>
                  <a:pt x="16843" y="18965"/>
                </a:lnTo>
                <a:lnTo>
                  <a:pt x="17084" y="18520"/>
                </a:lnTo>
                <a:lnTo>
                  <a:pt x="17314" y="18075"/>
                </a:lnTo>
                <a:lnTo>
                  <a:pt x="17538" y="17630"/>
                </a:lnTo>
                <a:lnTo>
                  <a:pt x="17757" y="17190"/>
                </a:lnTo>
                <a:lnTo>
                  <a:pt x="17965" y="16750"/>
                </a:lnTo>
                <a:lnTo>
                  <a:pt x="18162" y="16315"/>
                </a:lnTo>
                <a:lnTo>
                  <a:pt x="18354" y="15880"/>
                </a:lnTo>
                <a:lnTo>
                  <a:pt x="18540" y="15450"/>
                </a:lnTo>
                <a:lnTo>
                  <a:pt x="18715" y="15020"/>
                </a:lnTo>
                <a:lnTo>
                  <a:pt x="18879" y="14595"/>
                </a:lnTo>
                <a:lnTo>
                  <a:pt x="19038" y="14170"/>
                </a:lnTo>
                <a:lnTo>
                  <a:pt x="19186" y="13745"/>
                </a:lnTo>
                <a:lnTo>
                  <a:pt x="19323" y="13330"/>
                </a:lnTo>
                <a:lnTo>
                  <a:pt x="19454" y="12915"/>
                </a:lnTo>
                <a:lnTo>
                  <a:pt x="19580" y="12500"/>
                </a:lnTo>
                <a:lnTo>
                  <a:pt x="19695" y="12090"/>
                </a:lnTo>
                <a:lnTo>
                  <a:pt x="19826" y="11585"/>
                </a:lnTo>
                <a:lnTo>
                  <a:pt x="19941" y="11080"/>
                </a:lnTo>
                <a:lnTo>
                  <a:pt x="20045" y="10585"/>
                </a:lnTo>
                <a:lnTo>
                  <a:pt x="20133" y="10095"/>
                </a:lnTo>
                <a:lnTo>
                  <a:pt x="20210" y="9605"/>
                </a:lnTo>
                <a:lnTo>
                  <a:pt x="20270" y="9125"/>
                </a:lnTo>
                <a:lnTo>
                  <a:pt x="20319" y="8650"/>
                </a:lnTo>
                <a:lnTo>
                  <a:pt x="20341" y="8415"/>
                </a:lnTo>
                <a:lnTo>
                  <a:pt x="20357" y="8180"/>
                </a:lnTo>
                <a:lnTo>
                  <a:pt x="20368" y="7945"/>
                </a:lnTo>
                <a:lnTo>
                  <a:pt x="20374" y="7715"/>
                </a:lnTo>
                <a:lnTo>
                  <a:pt x="20379" y="7485"/>
                </a:lnTo>
                <a:lnTo>
                  <a:pt x="20385" y="7255"/>
                </a:lnTo>
                <a:lnTo>
                  <a:pt x="20374" y="6805"/>
                </a:lnTo>
                <a:lnTo>
                  <a:pt x="20368" y="6580"/>
                </a:lnTo>
                <a:lnTo>
                  <a:pt x="20357" y="6360"/>
                </a:lnTo>
                <a:lnTo>
                  <a:pt x="20341" y="6135"/>
                </a:lnTo>
                <a:lnTo>
                  <a:pt x="20319" y="5915"/>
                </a:lnTo>
                <a:lnTo>
                  <a:pt x="20275" y="5485"/>
                </a:lnTo>
                <a:lnTo>
                  <a:pt x="20243" y="5270"/>
                </a:lnTo>
                <a:lnTo>
                  <a:pt x="20210" y="5055"/>
                </a:lnTo>
                <a:lnTo>
                  <a:pt x="20177" y="4845"/>
                </a:lnTo>
                <a:lnTo>
                  <a:pt x="20139" y="4635"/>
                </a:lnTo>
                <a:lnTo>
                  <a:pt x="20067" y="4315"/>
                </a:lnTo>
                <a:lnTo>
                  <a:pt x="19996" y="4005"/>
                </a:lnTo>
                <a:lnTo>
                  <a:pt x="19914" y="3695"/>
                </a:lnTo>
                <a:lnTo>
                  <a:pt x="19821" y="3385"/>
                </a:lnTo>
                <a:lnTo>
                  <a:pt x="19722" y="3085"/>
                </a:lnTo>
                <a:lnTo>
                  <a:pt x="19613" y="2785"/>
                </a:lnTo>
                <a:lnTo>
                  <a:pt x="19498" y="2485"/>
                </a:lnTo>
                <a:lnTo>
                  <a:pt x="19372" y="2195"/>
                </a:lnTo>
                <a:lnTo>
                  <a:pt x="19662" y="2105"/>
                </a:lnTo>
                <a:lnTo>
                  <a:pt x="19941" y="2015"/>
                </a:lnTo>
                <a:lnTo>
                  <a:pt x="20226" y="1920"/>
                </a:lnTo>
                <a:lnTo>
                  <a:pt x="20505" y="1825"/>
                </a:lnTo>
                <a:lnTo>
                  <a:pt x="20779" y="1725"/>
                </a:lnTo>
                <a:lnTo>
                  <a:pt x="21058" y="1620"/>
                </a:lnTo>
                <a:lnTo>
                  <a:pt x="21332" y="1510"/>
                </a:lnTo>
                <a:lnTo>
                  <a:pt x="21600" y="1400"/>
                </a:lnTo>
                <a:lnTo>
                  <a:pt x="21600" y="1315"/>
                </a:lnTo>
                <a:lnTo>
                  <a:pt x="21326" y="1425"/>
                </a:lnTo>
                <a:lnTo>
                  <a:pt x="21047" y="1535"/>
                </a:lnTo>
                <a:lnTo>
                  <a:pt x="20768" y="1640"/>
                </a:lnTo>
                <a:lnTo>
                  <a:pt x="20489" y="1745"/>
                </a:lnTo>
                <a:lnTo>
                  <a:pt x="20204" y="1845"/>
                </a:lnTo>
                <a:lnTo>
                  <a:pt x="19919" y="1940"/>
                </a:lnTo>
                <a:lnTo>
                  <a:pt x="19629" y="2030"/>
                </a:lnTo>
                <a:lnTo>
                  <a:pt x="19339" y="2120"/>
                </a:lnTo>
                <a:lnTo>
                  <a:pt x="19213" y="1845"/>
                </a:lnTo>
                <a:lnTo>
                  <a:pt x="19077" y="1570"/>
                </a:lnTo>
                <a:lnTo>
                  <a:pt x="18934" y="1300"/>
                </a:lnTo>
                <a:lnTo>
                  <a:pt x="18786" y="1030"/>
                </a:lnTo>
                <a:lnTo>
                  <a:pt x="18628" y="770"/>
                </a:lnTo>
                <a:lnTo>
                  <a:pt x="18463" y="510"/>
                </a:lnTo>
                <a:lnTo>
                  <a:pt x="18288" y="250"/>
                </a:lnTo>
                <a:lnTo>
                  <a:pt x="18108" y="0"/>
                </a:lnTo>
                <a:lnTo>
                  <a:pt x="18004" y="0"/>
                </a:lnTo>
                <a:lnTo>
                  <a:pt x="18190" y="255"/>
                </a:lnTo>
                <a:lnTo>
                  <a:pt x="18365" y="515"/>
                </a:lnTo>
                <a:lnTo>
                  <a:pt x="18529" y="775"/>
                </a:lnTo>
                <a:lnTo>
                  <a:pt x="18693" y="1040"/>
                </a:lnTo>
                <a:lnTo>
                  <a:pt x="18847" y="1315"/>
                </a:lnTo>
                <a:lnTo>
                  <a:pt x="18989" y="1585"/>
                </a:lnTo>
                <a:lnTo>
                  <a:pt x="19126" y="1865"/>
                </a:lnTo>
                <a:lnTo>
                  <a:pt x="19257" y="2145"/>
                </a:lnTo>
                <a:lnTo>
                  <a:pt x="18962" y="2230"/>
                </a:lnTo>
                <a:lnTo>
                  <a:pt x="18666" y="2315"/>
                </a:lnTo>
                <a:lnTo>
                  <a:pt x="18365" y="2390"/>
                </a:lnTo>
                <a:lnTo>
                  <a:pt x="18064" y="2465"/>
                </a:lnTo>
                <a:lnTo>
                  <a:pt x="17538" y="2585"/>
                </a:lnTo>
                <a:lnTo>
                  <a:pt x="17007" y="2695"/>
                </a:lnTo>
                <a:lnTo>
                  <a:pt x="16471" y="2795"/>
                </a:lnTo>
                <a:lnTo>
                  <a:pt x="15929" y="2880"/>
                </a:lnTo>
                <a:lnTo>
                  <a:pt x="15376" y="2960"/>
                </a:lnTo>
                <a:lnTo>
                  <a:pt x="14818" y="3030"/>
                </a:lnTo>
                <a:lnTo>
                  <a:pt x="14254" y="3085"/>
                </a:lnTo>
                <a:lnTo>
                  <a:pt x="13685" y="3130"/>
                </a:lnTo>
                <a:lnTo>
                  <a:pt x="13105" y="3170"/>
                </a:lnTo>
                <a:lnTo>
                  <a:pt x="12519" y="3195"/>
                </a:lnTo>
                <a:lnTo>
                  <a:pt x="11928" y="3210"/>
                </a:lnTo>
                <a:lnTo>
                  <a:pt x="11331" y="3215"/>
                </a:lnTo>
                <a:lnTo>
                  <a:pt x="10729" y="3210"/>
                </a:lnTo>
                <a:lnTo>
                  <a:pt x="10121" y="3195"/>
                </a:lnTo>
                <a:lnTo>
                  <a:pt x="9508" y="3170"/>
                </a:lnTo>
                <a:lnTo>
                  <a:pt x="8884" y="3130"/>
                </a:lnTo>
                <a:lnTo>
                  <a:pt x="8479" y="3085"/>
                </a:lnTo>
                <a:lnTo>
                  <a:pt x="8074" y="3030"/>
                </a:lnTo>
                <a:lnTo>
                  <a:pt x="7663" y="2960"/>
                </a:lnTo>
                <a:lnTo>
                  <a:pt x="7247" y="2880"/>
                </a:lnTo>
                <a:lnTo>
                  <a:pt x="6831" y="2790"/>
                </a:lnTo>
                <a:lnTo>
                  <a:pt x="6410" y="2685"/>
                </a:lnTo>
                <a:lnTo>
                  <a:pt x="5983" y="2565"/>
                </a:lnTo>
                <a:lnTo>
                  <a:pt x="5551" y="2435"/>
                </a:lnTo>
                <a:lnTo>
                  <a:pt x="5107" y="2290"/>
                </a:lnTo>
                <a:lnTo>
                  <a:pt x="4664" y="2135"/>
                </a:lnTo>
                <a:lnTo>
                  <a:pt x="4215" y="1965"/>
                </a:lnTo>
                <a:lnTo>
                  <a:pt x="3755" y="1785"/>
                </a:lnTo>
                <a:lnTo>
                  <a:pt x="3284" y="1590"/>
                </a:lnTo>
                <a:lnTo>
                  <a:pt x="2814" y="1380"/>
                </a:lnTo>
                <a:lnTo>
                  <a:pt x="2326" y="1155"/>
                </a:lnTo>
                <a:lnTo>
                  <a:pt x="1834" y="920"/>
                </a:lnTo>
                <a:lnTo>
                  <a:pt x="1445" y="720"/>
                </a:lnTo>
                <a:lnTo>
                  <a:pt x="1029" y="500"/>
                </a:lnTo>
                <a:lnTo>
                  <a:pt x="816" y="385"/>
                </a:lnTo>
                <a:lnTo>
                  <a:pt x="597" y="260"/>
                </a:lnTo>
                <a:lnTo>
                  <a:pt x="378" y="135"/>
                </a:lnTo>
                <a:lnTo>
                  <a:pt x="153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pic>
        <p:nvPicPr>
          <p:cNvPr id="118" name="Google Shape;95;p14" descr="Google Shape;95;p14"/>
          <p:cNvPicPr>
            <a:picLocks noChangeAspect="1"/>
          </p:cNvPicPr>
          <p:nvPr/>
        </p:nvPicPr>
        <p:blipFill>
          <a:blip r:embed="rId4"/>
          <a:srcRect l="55738" t="39434"/>
          <a:stretch>
            <a:fillRect/>
          </a:stretch>
        </p:blipFill>
        <p:spPr>
          <a:xfrm>
            <a:off x="0" y="0"/>
            <a:ext cx="7179748" cy="98246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Google Shape;96;p14" descr="Google Shape;96;p14"/>
          <p:cNvPicPr>
            <a:picLocks noChangeAspect="1"/>
          </p:cNvPicPr>
          <p:nvPr/>
        </p:nvPicPr>
        <p:blipFill>
          <a:blip r:embed="rId2"/>
          <a:srcRect t="53791"/>
          <a:stretch>
            <a:fillRect/>
          </a:stretch>
        </p:blipFill>
        <p:spPr>
          <a:xfrm>
            <a:off x="1323850" y="0"/>
            <a:ext cx="8473305" cy="4753400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98;p15" descr="Google Shape;98;p15"/>
          <p:cNvPicPr>
            <a:picLocks noChangeAspect="1"/>
          </p:cNvPicPr>
          <p:nvPr/>
        </p:nvPicPr>
        <p:blipFill>
          <a:blip r:embed="rId2"/>
          <a:srcRect l="535" t="71891" r="33362"/>
          <a:stretch>
            <a:fillRect/>
          </a:stretch>
        </p:blipFill>
        <p:spPr>
          <a:xfrm>
            <a:off x="11248399" y="6"/>
            <a:ext cx="7039603" cy="2993399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11414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3274550"/>
            <a:ext cx="6703201" cy="6093001"/>
          </a:xfrm>
          <a:prstGeom prst="rect">
            <a:avLst/>
          </a:prstGeom>
        </p:spPr>
        <p:txBody>
          <a:bodyPr lIns="182849" tIns="182849" rIns="182849" bIns="182849"/>
          <a:lstStyle>
            <a:lvl1pPr>
              <a:spcBef>
                <a:spcPts val="0"/>
              </a:spcBef>
              <a:buClr>
                <a:srgbClr val="FFFFFF"/>
              </a:buClr>
              <a:buFont typeface="Helvetica"/>
              <a:buChar char="●"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431800">
              <a:spcBef>
                <a:spcPts val="0"/>
              </a:spcBef>
              <a:buClr>
                <a:srgbClr val="FFFFFF"/>
              </a:buClr>
              <a:buFont typeface="Helvetica"/>
              <a:buChar char="○"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431800">
              <a:spcBef>
                <a:spcPts val="0"/>
              </a:spcBef>
              <a:buClr>
                <a:srgbClr val="FFFFFF"/>
              </a:buClr>
              <a:buFont typeface="Helvetica"/>
              <a:buChar char="■"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431800">
              <a:spcBef>
                <a:spcPts val="0"/>
              </a:spcBef>
              <a:buClr>
                <a:srgbClr val="FFFFFF"/>
              </a:buClr>
              <a:buFont typeface="Helvetica"/>
              <a:buChar char="●"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431800">
              <a:spcBef>
                <a:spcPts val="0"/>
              </a:spcBef>
              <a:buClr>
                <a:srgbClr val="FFFFFF"/>
              </a:buClr>
              <a:buFont typeface="Helvetica"/>
              <a:buChar char="○"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11414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39" name="Google Shape;106;p16" descr="Google Shape;106;p16"/>
          <p:cNvPicPr>
            <a:picLocks noChangeAspect="1"/>
          </p:cNvPicPr>
          <p:nvPr/>
        </p:nvPicPr>
        <p:blipFill>
          <a:blip r:embed="rId2"/>
          <a:srcRect l="535" t="71891" r="33362"/>
          <a:stretch>
            <a:fillRect/>
          </a:stretch>
        </p:blipFill>
        <p:spPr>
          <a:xfrm>
            <a:off x="11248399" y="6"/>
            <a:ext cx="7039603" cy="2993399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9600549"/>
            <a:ext cx="2231401" cy="622801"/>
          </a:xfrm>
          <a:prstGeom prst="rect">
            <a:avLst/>
          </a:prstGeom>
        </p:spPr>
        <p:txBody>
          <a:bodyPr lIns="182849" tIns="182849" rIns="182849" bIns="182849"/>
          <a:lstStyle>
            <a:lvl1pPr marL="381000" indent="-304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381000" indent="1524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381000" indent="6096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381000" indent="1066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81000" indent="15240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2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09;p17"/>
          <p:cNvSpPr/>
          <p:nvPr/>
        </p:nvSpPr>
        <p:spPr>
          <a:xfrm>
            <a:off x="-6983" y="3970699"/>
            <a:ext cx="7472339" cy="63158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59"/>
                </a:lnTo>
                <a:lnTo>
                  <a:pt x="171" y="616"/>
                </a:lnTo>
                <a:lnTo>
                  <a:pt x="336" y="989"/>
                </a:lnTo>
                <a:lnTo>
                  <a:pt x="493" y="1370"/>
                </a:lnTo>
                <a:lnTo>
                  <a:pt x="644" y="1759"/>
                </a:lnTo>
                <a:lnTo>
                  <a:pt x="788" y="2164"/>
                </a:lnTo>
                <a:lnTo>
                  <a:pt x="925" y="2569"/>
                </a:lnTo>
                <a:lnTo>
                  <a:pt x="1048" y="2983"/>
                </a:lnTo>
                <a:lnTo>
                  <a:pt x="1171" y="3396"/>
                </a:lnTo>
                <a:lnTo>
                  <a:pt x="1281" y="3826"/>
                </a:lnTo>
                <a:lnTo>
                  <a:pt x="1391" y="4263"/>
                </a:lnTo>
                <a:lnTo>
                  <a:pt x="1487" y="4701"/>
                </a:lnTo>
                <a:lnTo>
                  <a:pt x="1576" y="5147"/>
                </a:lnTo>
                <a:lnTo>
                  <a:pt x="1658" y="5601"/>
                </a:lnTo>
                <a:lnTo>
                  <a:pt x="1726" y="6054"/>
                </a:lnTo>
                <a:lnTo>
                  <a:pt x="1795" y="6516"/>
                </a:lnTo>
                <a:lnTo>
                  <a:pt x="1850" y="6987"/>
                </a:lnTo>
                <a:lnTo>
                  <a:pt x="1617" y="7027"/>
                </a:lnTo>
                <a:lnTo>
                  <a:pt x="1384" y="7068"/>
                </a:lnTo>
                <a:lnTo>
                  <a:pt x="1151" y="7116"/>
                </a:lnTo>
                <a:lnTo>
                  <a:pt x="918" y="7173"/>
                </a:lnTo>
                <a:lnTo>
                  <a:pt x="692" y="7238"/>
                </a:lnTo>
                <a:lnTo>
                  <a:pt x="459" y="7303"/>
                </a:lnTo>
                <a:lnTo>
                  <a:pt x="226" y="7376"/>
                </a:lnTo>
                <a:lnTo>
                  <a:pt x="0" y="7449"/>
                </a:lnTo>
                <a:lnTo>
                  <a:pt x="0" y="7586"/>
                </a:lnTo>
                <a:lnTo>
                  <a:pt x="288" y="7481"/>
                </a:lnTo>
                <a:lnTo>
                  <a:pt x="678" y="7368"/>
                </a:lnTo>
                <a:lnTo>
                  <a:pt x="1076" y="7270"/>
                </a:lnTo>
                <a:lnTo>
                  <a:pt x="1466" y="7181"/>
                </a:lnTo>
                <a:lnTo>
                  <a:pt x="1863" y="7116"/>
                </a:lnTo>
                <a:lnTo>
                  <a:pt x="1904" y="7505"/>
                </a:lnTo>
                <a:lnTo>
                  <a:pt x="1932" y="7854"/>
                </a:lnTo>
                <a:lnTo>
                  <a:pt x="1959" y="8194"/>
                </a:lnTo>
                <a:lnTo>
                  <a:pt x="1980" y="8543"/>
                </a:lnTo>
                <a:lnTo>
                  <a:pt x="1993" y="8891"/>
                </a:lnTo>
                <a:lnTo>
                  <a:pt x="2000" y="9240"/>
                </a:lnTo>
                <a:lnTo>
                  <a:pt x="2007" y="9580"/>
                </a:lnTo>
                <a:lnTo>
                  <a:pt x="2007" y="10277"/>
                </a:lnTo>
                <a:lnTo>
                  <a:pt x="2000" y="10618"/>
                </a:lnTo>
                <a:lnTo>
                  <a:pt x="1987" y="10966"/>
                </a:lnTo>
                <a:lnTo>
                  <a:pt x="1973" y="11307"/>
                </a:lnTo>
                <a:lnTo>
                  <a:pt x="1952" y="11655"/>
                </a:lnTo>
                <a:lnTo>
                  <a:pt x="1925" y="11995"/>
                </a:lnTo>
                <a:lnTo>
                  <a:pt x="1898" y="12336"/>
                </a:lnTo>
                <a:lnTo>
                  <a:pt x="1863" y="12676"/>
                </a:lnTo>
                <a:lnTo>
                  <a:pt x="1822" y="13017"/>
                </a:lnTo>
                <a:lnTo>
                  <a:pt x="1781" y="13349"/>
                </a:lnTo>
                <a:lnTo>
                  <a:pt x="1733" y="13689"/>
                </a:lnTo>
                <a:lnTo>
                  <a:pt x="1678" y="14022"/>
                </a:lnTo>
                <a:lnTo>
                  <a:pt x="1624" y="14354"/>
                </a:lnTo>
                <a:lnTo>
                  <a:pt x="1562" y="14686"/>
                </a:lnTo>
                <a:lnTo>
                  <a:pt x="1500" y="15011"/>
                </a:lnTo>
                <a:lnTo>
                  <a:pt x="1432" y="15335"/>
                </a:lnTo>
                <a:lnTo>
                  <a:pt x="1356" y="15659"/>
                </a:lnTo>
                <a:lnTo>
                  <a:pt x="1274" y="15983"/>
                </a:lnTo>
                <a:lnTo>
                  <a:pt x="1199" y="16299"/>
                </a:lnTo>
                <a:lnTo>
                  <a:pt x="1110" y="16615"/>
                </a:lnTo>
                <a:lnTo>
                  <a:pt x="1021" y="16931"/>
                </a:lnTo>
                <a:lnTo>
                  <a:pt x="925" y="17239"/>
                </a:lnTo>
                <a:lnTo>
                  <a:pt x="829" y="17547"/>
                </a:lnTo>
                <a:lnTo>
                  <a:pt x="719" y="17847"/>
                </a:lnTo>
                <a:lnTo>
                  <a:pt x="617" y="18147"/>
                </a:lnTo>
                <a:lnTo>
                  <a:pt x="473" y="18488"/>
                </a:lnTo>
                <a:lnTo>
                  <a:pt x="322" y="18828"/>
                </a:lnTo>
                <a:lnTo>
                  <a:pt x="164" y="19168"/>
                </a:lnTo>
                <a:lnTo>
                  <a:pt x="0" y="19501"/>
                </a:lnTo>
                <a:lnTo>
                  <a:pt x="0" y="19752"/>
                </a:lnTo>
                <a:lnTo>
                  <a:pt x="199" y="19363"/>
                </a:lnTo>
                <a:lnTo>
                  <a:pt x="384" y="18982"/>
                </a:lnTo>
                <a:lnTo>
                  <a:pt x="555" y="18593"/>
                </a:lnTo>
                <a:lnTo>
                  <a:pt x="713" y="18204"/>
                </a:lnTo>
                <a:lnTo>
                  <a:pt x="822" y="17896"/>
                </a:lnTo>
                <a:lnTo>
                  <a:pt x="925" y="17596"/>
                </a:lnTo>
                <a:lnTo>
                  <a:pt x="1028" y="17288"/>
                </a:lnTo>
                <a:lnTo>
                  <a:pt x="1123" y="16972"/>
                </a:lnTo>
                <a:lnTo>
                  <a:pt x="1213" y="16656"/>
                </a:lnTo>
                <a:lnTo>
                  <a:pt x="1302" y="16340"/>
                </a:lnTo>
                <a:lnTo>
                  <a:pt x="1384" y="16024"/>
                </a:lnTo>
                <a:lnTo>
                  <a:pt x="1459" y="15700"/>
                </a:lnTo>
                <a:lnTo>
                  <a:pt x="1535" y="15375"/>
                </a:lnTo>
                <a:lnTo>
                  <a:pt x="1603" y="15043"/>
                </a:lnTo>
                <a:lnTo>
                  <a:pt x="1672" y="14711"/>
                </a:lnTo>
                <a:lnTo>
                  <a:pt x="1733" y="14378"/>
                </a:lnTo>
                <a:lnTo>
                  <a:pt x="1788" y="14046"/>
                </a:lnTo>
                <a:lnTo>
                  <a:pt x="1836" y="13714"/>
                </a:lnTo>
                <a:lnTo>
                  <a:pt x="1884" y="13373"/>
                </a:lnTo>
                <a:lnTo>
                  <a:pt x="1932" y="13033"/>
                </a:lnTo>
                <a:lnTo>
                  <a:pt x="1966" y="12693"/>
                </a:lnTo>
                <a:lnTo>
                  <a:pt x="2000" y="12352"/>
                </a:lnTo>
                <a:lnTo>
                  <a:pt x="2035" y="12012"/>
                </a:lnTo>
                <a:lnTo>
                  <a:pt x="2062" y="11663"/>
                </a:lnTo>
                <a:lnTo>
                  <a:pt x="2083" y="11315"/>
                </a:lnTo>
                <a:lnTo>
                  <a:pt x="2096" y="10974"/>
                </a:lnTo>
                <a:lnTo>
                  <a:pt x="2110" y="10626"/>
                </a:lnTo>
                <a:lnTo>
                  <a:pt x="2117" y="10277"/>
                </a:lnTo>
                <a:lnTo>
                  <a:pt x="2117" y="9580"/>
                </a:lnTo>
                <a:lnTo>
                  <a:pt x="2110" y="9232"/>
                </a:lnTo>
                <a:lnTo>
                  <a:pt x="2103" y="8883"/>
                </a:lnTo>
                <a:lnTo>
                  <a:pt x="2089" y="8535"/>
                </a:lnTo>
                <a:lnTo>
                  <a:pt x="2069" y="8186"/>
                </a:lnTo>
                <a:lnTo>
                  <a:pt x="2042" y="7838"/>
                </a:lnTo>
                <a:lnTo>
                  <a:pt x="2014" y="7489"/>
                </a:lnTo>
                <a:lnTo>
                  <a:pt x="1973" y="7100"/>
                </a:lnTo>
                <a:lnTo>
                  <a:pt x="2398" y="7051"/>
                </a:lnTo>
                <a:lnTo>
                  <a:pt x="2829" y="7019"/>
                </a:lnTo>
                <a:lnTo>
                  <a:pt x="3261" y="7003"/>
                </a:lnTo>
                <a:lnTo>
                  <a:pt x="3693" y="7011"/>
                </a:lnTo>
                <a:lnTo>
                  <a:pt x="4124" y="7027"/>
                </a:lnTo>
                <a:lnTo>
                  <a:pt x="4563" y="7076"/>
                </a:lnTo>
                <a:lnTo>
                  <a:pt x="5001" y="7132"/>
                </a:lnTo>
                <a:lnTo>
                  <a:pt x="5439" y="7214"/>
                </a:lnTo>
                <a:lnTo>
                  <a:pt x="5857" y="7303"/>
                </a:lnTo>
                <a:lnTo>
                  <a:pt x="6275" y="7416"/>
                </a:lnTo>
                <a:lnTo>
                  <a:pt x="6700" y="7538"/>
                </a:lnTo>
                <a:lnTo>
                  <a:pt x="7125" y="7684"/>
                </a:lnTo>
                <a:lnTo>
                  <a:pt x="7549" y="7846"/>
                </a:lnTo>
                <a:lnTo>
                  <a:pt x="7981" y="8024"/>
                </a:lnTo>
                <a:lnTo>
                  <a:pt x="8406" y="8210"/>
                </a:lnTo>
                <a:lnTo>
                  <a:pt x="8837" y="8421"/>
                </a:lnTo>
                <a:lnTo>
                  <a:pt x="9269" y="8648"/>
                </a:lnTo>
                <a:lnTo>
                  <a:pt x="9700" y="8891"/>
                </a:lnTo>
                <a:lnTo>
                  <a:pt x="10132" y="9159"/>
                </a:lnTo>
                <a:lnTo>
                  <a:pt x="10564" y="9434"/>
                </a:lnTo>
                <a:lnTo>
                  <a:pt x="11002" y="9726"/>
                </a:lnTo>
                <a:lnTo>
                  <a:pt x="11434" y="10034"/>
                </a:lnTo>
                <a:lnTo>
                  <a:pt x="11872" y="10358"/>
                </a:lnTo>
                <a:lnTo>
                  <a:pt x="12311" y="10699"/>
                </a:lnTo>
                <a:lnTo>
                  <a:pt x="12660" y="10990"/>
                </a:lnTo>
                <a:lnTo>
                  <a:pt x="13009" y="11282"/>
                </a:lnTo>
                <a:lnTo>
                  <a:pt x="13359" y="11590"/>
                </a:lnTo>
                <a:lnTo>
                  <a:pt x="13708" y="11906"/>
                </a:lnTo>
                <a:lnTo>
                  <a:pt x="14057" y="12231"/>
                </a:lnTo>
                <a:lnTo>
                  <a:pt x="14407" y="12571"/>
                </a:lnTo>
                <a:lnTo>
                  <a:pt x="14756" y="12911"/>
                </a:lnTo>
                <a:lnTo>
                  <a:pt x="15106" y="13268"/>
                </a:lnTo>
                <a:lnTo>
                  <a:pt x="15455" y="13641"/>
                </a:lnTo>
                <a:lnTo>
                  <a:pt x="15804" y="14014"/>
                </a:lnTo>
                <a:lnTo>
                  <a:pt x="16154" y="14395"/>
                </a:lnTo>
                <a:lnTo>
                  <a:pt x="16503" y="14792"/>
                </a:lnTo>
                <a:lnTo>
                  <a:pt x="16846" y="15197"/>
                </a:lnTo>
                <a:lnTo>
                  <a:pt x="17195" y="15610"/>
                </a:lnTo>
                <a:lnTo>
                  <a:pt x="17544" y="16032"/>
                </a:lnTo>
                <a:lnTo>
                  <a:pt x="17887" y="16469"/>
                </a:lnTo>
                <a:lnTo>
                  <a:pt x="18428" y="17167"/>
                </a:lnTo>
                <a:lnTo>
                  <a:pt x="18949" y="17864"/>
                </a:lnTo>
                <a:lnTo>
                  <a:pt x="19435" y="18544"/>
                </a:lnTo>
                <a:lnTo>
                  <a:pt x="19901" y="19209"/>
                </a:lnTo>
                <a:lnTo>
                  <a:pt x="20339" y="19849"/>
                </a:lnTo>
                <a:lnTo>
                  <a:pt x="20744" y="20465"/>
                </a:lnTo>
                <a:lnTo>
                  <a:pt x="21120" y="21049"/>
                </a:lnTo>
                <a:lnTo>
                  <a:pt x="21463" y="21600"/>
                </a:lnTo>
                <a:lnTo>
                  <a:pt x="21600" y="21600"/>
                </a:lnTo>
                <a:lnTo>
                  <a:pt x="21251" y="21041"/>
                </a:lnTo>
                <a:lnTo>
                  <a:pt x="20874" y="20449"/>
                </a:lnTo>
                <a:lnTo>
                  <a:pt x="20463" y="19825"/>
                </a:lnTo>
                <a:lnTo>
                  <a:pt x="20017" y="19177"/>
                </a:lnTo>
                <a:lnTo>
                  <a:pt x="19552" y="18496"/>
                </a:lnTo>
                <a:lnTo>
                  <a:pt x="19052" y="17807"/>
                </a:lnTo>
                <a:lnTo>
                  <a:pt x="18524" y="17094"/>
                </a:lnTo>
                <a:lnTo>
                  <a:pt x="17969" y="16380"/>
                </a:lnTo>
                <a:lnTo>
                  <a:pt x="17620" y="15951"/>
                </a:lnTo>
                <a:lnTo>
                  <a:pt x="17277" y="15521"/>
                </a:lnTo>
                <a:lnTo>
                  <a:pt x="16928" y="15108"/>
                </a:lnTo>
                <a:lnTo>
                  <a:pt x="16578" y="14703"/>
                </a:lnTo>
                <a:lnTo>
                  <a:pt x="16229" y="14305"/>
                </a:lnTo>
                <a:lnTo>
                  <a:pt x="15880" y="13916"/>
                </a:lnTo>
                <a:lnTo>
                  <a:pt x="15530" y="13544"/>
                </a:lnTo>
                <a:lnTo>
                  <a:pt x="15181" y="13171"/>
                </a:lnTo>
                <a:lnTo>
                  <a:pt x="14832" y="12814"/>
                </a:lnTo>
                <a:lnTo>
                  <a:pt x="14475" y="12466"/>
                </a:lnTo>
                <a:lnTo>
                  <a:pt x="14126" y="12133"/>
                </a:lnTo>
                <a:lnTo>
                  <a:pt x="13777" y="11801"/>
                </a:lnTo>
                <a:lnTo>
                  <a:pt x="13420" y="11485"/>
                </a:lnTo>
                <a:lnTo>
                  <a:pt x="13071" y="11177"/>
                </a:lnTo>
                <a:lnTo>
                  <a:pt x="12722" y="10885"/>
                </a:lnTo>
                <a:lnTo>
                  <a:pt x="12372" y="10593"/>
                </a:lnTo>
                <a:lnTo>
                  <a:pt x="11934" y="10253"/>
                </a:lnTo>
                <a:lnTo>
                  <a:pt x="11495" y="9921"/>
                </a:lnTo>
                <a:lnTo>
                  <a:pt x="11057" y="9613"/>
                </a:lnTo>
                <a:lnTo>
                  <a:pt x="10618" y="9321"/>
                </a:lnTo>
                <a:lnTo>
                  <a:pt x="10180" y="9037"/>
                </a:lnTo>
                <a:lnTo>
                  <a:pt x="9748" y="8778"/>
                </a:lnTo>
                <a:lnTo>
                  <a:pt x="9310" y="8535"/>
                </a:lnTo>
                <a:lnTo>
                  <a:pt x="8878" y="8308"/>
                </a:lnTo>
                <a:lnTo>
                  <a:pt x="8447" y="8089"/>
                </a:lnTo>
                <a:lnTo>
                  <a:pt x="8015" y="7894"/>
                </a:lnTo>
                <a:lnTo>
                  <a:pt x="7584" y="7724"/>
                </a:lnTo>
                <a:lnTo>
                  <a:pt x="7152" y="7562"/>
                </a:lnTo>
                <a:lnTo>
                  <a:pt x="6727" y="7416"/>
                </a:lnTo>
                <a:lnTo>
                  <a:pt x="6303" y="7286"/>
                </a:lnTo>
                <a:lnTo>
                  <a:pt x="5878" y="7181"/>
                </a:lnTo>
                <a:lnTo>
                  <a:pt x="5453" y="7084"/>
                </a:lnTo>
                <a:lnTo>
                  <a:pt x="5015" y="7003"/>
                </a:lnTo>
                <a:lnTo>
                  <a:pt x="4569" y="6946"/>
                </a:lnTo>
                <a:lnTo>
                  <a:pt x="4131" y="6897"/>
                </a:lnTo>
                <a:lnTo>
                  <a:pt x="3693" y="6881"/>
                </a:lnTo>
                <a:lnTo>
                  <a:pt x="3261" y="6873"/>
                </a:lnTo>
                <a:lnTo>
                  <a:pt x="2822" y="6889"/>
                </a:lnTo>
                <a:lnTo>
                  <a:pt x="2391" y="6922"/>
                </a:lnTo>
                <a:lnTo>
                  <a:pt x="1959" y="6970"/>
                </a:lnTo>
                <a:lnTo>
                  <a:pt x="1898" y="6484"/>
                </a:lnTo>
                <a:lnTo>
                  <a:pt x="1836" y="6006"/>
                </a:lnTo>
                <a:lnTo>
                  <a:pt x="1754" y="5528"/>
                </a:lnTo>
                <a:lnTo>
                  <a:pt x="1672" y="5058"/>
                </a:lnTo>
                <a:lnTo>
                  <a:pt x="1576" y="4596"/>
                </a:lnTo>
                <a:lnTo>
                  <a:pt x="1473" y="4134"/>
                </a:lnTo>
                <a:lnTo>
                  <a:pt x="1363" y="3688"/>
                </a:lnTo>
                <a:lnTo>
                  <a:pt x="1240" y="3242"/>
                </a:lnTo>
                <a:lnTo>
                  <a:pt x="1117" y="2812"/>
                </a:lnTo>
                <a:lnTo>
                  <a:pt x="980" y="2383"/>
                </a:lnTo>
                <a:lnTo>
                  <a:pt x="836" y="1961"/>
                </a:lnTo>
                <a:lnTo>
                  <a:pt x="685" y="1548"/>
                </a:lnTo>
                <a:lnTo>
                  <a:pt x="521" y="1151"/>
                </a:lnTo>
                <a:lnTo>
                  <a:pt x="356" y="754"/>
                </a:lnTo>
                <a:lnTo>
                  <a:pt x="185" y="373"/>
                </a:lnTo>
                <a:lnTo>
                  <a:pt x="0" y="0"/>
                </a:lnTo>
                <a:close/>
              </a:path>
            </a:pathLst>
          </a:custGeom>
          <a:solidFill>
            <a:srgbClr val="30E8B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30E8B0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148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11414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Google Shape;112;p17"/>
          <p:cNvSpPr>
            <a:spLocks noGrp="1"/>
          </p:cNvSpPr>
          <p:nvPr>
            <p:ph type="pic" sz="quarter" idx="21"/>
          </p:nvPr>
        </p:nvSpPr>
        <p:spPr>
          <a:xfrm>
            <a:off x="2417049" y="2328549"/>
            <a:ext cx="2231401" cy="2236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1" name="Google Shape;113;p17"/>
          <p:cNvSpPr>
            <a:spLocks noGrp="1"/>
          </p:cNvSpPr>
          <p:nvPr>
            <p:ph type="pic" sz="quarter" idx="22"/>
          </p:nvPr>
        </p:nvSpPr>
        <p:spPr>
          <a:xfrm>
            <a:off x="6158324" y="2328549"/>
            <a:ext cx="2231401" cy="2236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2" name="Google Shape;114;p17"/>
          <p:cNvSpPr>
            <a:spLocks noGrp="1"/>
          </p:cNvSpPr>
          <p:nvPr>
            <p:ph type="pic" sz="quarter" idx="23"/>
          </p:nvPr>
        </p:nvSpPr>
        <p:spPr>
          <a:xfrm>
            <a:off x="9899574" y="2328549"/>
            <a:ext cx="2231401" cy="2236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3" name="Google Shape;115;p17"/>
          <p:cNvSpPr>
            <a:spLocks noGrp="1"/>
          </p:cNvSpPr>
          <p:nvPr>
            <p:ph type="pic" sz="quarter" idx="24"/>
          </p:nvPr>
        </p:nvSpPr>
        <p:spPr>
          <a:xfrm>
            <a:off x="13640824" y="2328549"/>
            <a:ext cx="2231401" cy="2236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417049" y="4564745"/>
            <a:ext cx="2231401" cy="468001"/>
          </a:xfrm>
          <a:prstGeom prst="rect">
            <a:avLst/>
          </a:prstGeom>
        </p:spPr>
        <p:txBody>
          <a:bodyPr lIns="0" tIns="0" rIns="0" bIns="0" anchor="b"/>
          <a:lstStyle>
            <a:lvl1pPr marL="381000" indent="-3048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800" b="1">
                <a:solidFill>
                  <a:srgbClr val="6AD1FA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381000" indent="1524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800" b="1">
                <a:solidFill>
                  <a:srgbClr val="6AD1FA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381000" indent="6096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800" b="1">
                <a:solidFill>
                  <a:srgbClr val="6AD1FA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381000" indent="10668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800" b="1">
                <a:solidFill>
                  <a:srgbClr val="6AD1FA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81000" indent="15240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800" b="1">
                <a:solidFill>
                  <a:srgbClr val="6AD1FA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Google Shape;124;p17"/>
          <p:cNvSpPr>
            <a:spLocks noGrp="1"/>
          </p:cNvSpPr>
          <p:nvPr>
            <p:ph type="pic" sz="quarter" idx="25"/>
          </p:nvPr>
        </p:nvSpPr>
        <p:spPr>
          <a:xfrm>
            <a:off x="6158324" y="5917650"/>
            <a:ext cx="2231401" cy="2236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6" name="Google Shape;125;p17"/>
          <p:cNvSpPr>
            <a:spLocks noGrp="1"/>
          </p:cNvSpPr>
          <p:nvPr>
            <p:ph type="pic" sz="quarter" idx="26"/>
          </p:nvPr>
        </p:nvSpPr>
        <p:spPr>
          <a:xfrm>
            <a:off x="9899574" y="5917650"/>
            <a:ext cx="2231401" cy="2236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7" name="Google Shape;126;p17"/>
          <p:cNvSpPr>
            <a:spLocks noGrp="1"/>
          </p:cNvSpPr>
          <p:nvPr>
            <p:ph type="pic" sz="quarter" idx="27"/>
          </p:nvPr>
        </p:nvSpPr>
        <p:spPr>
          <a:xfrm>
            <a:off x="13640824" y="5917650"/>
            <a:ext cx="2231401" cy="2236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8" name="Google Shape;128;p17"/>
          <p:cNvSpPr>
            <a:spLocks noGrp="1"/>
          </p:cNvSpPr>
          <p:nvPr>
            <p:ph type="pic" sz="quarter" idx="28"/>
          </p:nvPr>
        </p:nvSpPr>
        <p:spPr>
          <a:xfrm>
            <a:off x="2417099" y="5917650"/>
            <a:ext cx="2231401" cy="2236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2_3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028236" y="3323649"/>
            <a:ext cx="4297801" cy="1533001"/>
          </a:xfrm>
          <a:prstGeom prst="rect">
            <a:avLst/>
          </a:prstGeom>
        </p:spPr>
        <p:txBody>
          <a:bodyPr lIns="0" tIns="0" rIns="0" bIns="0"/>
          <a:lstStyle>
            <a:lvl1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○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■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○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6" name="Google Shape;139;p18"/>
          <p:cNvSpPr txBox="1">
            <a:spLocks noGrp="1"/>
          </p:cNvSpPr>
          <p:nvPr>
            <p:ph type="body" sz="quarter" idx="21"/>
          </p:nvPr>
        </p:nvSpPr>
        <p:spPr>
          <a:xfrm>
            <a:off x="4634136" y="3323649"/>
            <a:ext cx="4297801" cy="1533001"/>
          </a:xfrm>
          <a:prstGeom prst="rect">
            <a:avLst/>
          </a:prstGeom>
        </p:spPr>
        <p:txBody>
          <a:bodyPr lIns="0" tIns="0" rIns="0" bIns="0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167" name="Google Shape;140;p18"/>
          <p:cNvSpPr/>
          <p:nvPr/>
        </p:nvSpPr>
        <p:spPr>
          <a:xfrm>
            <a:off x="-6983" y="3970699"/>
            <a:ext cx="7472339" cy="63158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59"/>
                </a:lnTo>
                <a:lnTo>
                  <a:pt x="171" y="616"/>
                </a:lnTo>
                <a:lnTo>
                  <a:pt x="336" y="989"/>
                </a:lnTo>
                <a:lnTo>
                  <a:pt x="493" y="1370"/>
                </a:lnTo>
                <a:lnTo>
                  <a:pt x="644" y="1759"/>
                </a:lnTo>
                <a:lnTo>
                  <a:pt x="788" y="2164"/>
                </a:lnTo>
                <a:lnTo>
                  <a:pt x="925" y="2569"/>
                </a:lnTo>
                <a:lnTo>
                  <a:pt x="1048" y="2983"/>
                </a:lnTo>
                <a:lnTo>
                  <a:pt x="1171" y="3396"/>
                </a:lnTo>
                <a:lnTo>
                  <a:pt x="1281" y="3826"/>
                </a:lnTo>
                <a:lnTo>
                  <a:pt x="1391" y="4263"/>
                </a:lnTo>
                <a:lnTo>
                  <a:pt x="1487" y="4701"/>
                </a:lnTo>
                <a:lnTo>
                  <a:pt x="1576" y="5147"/>
                </a:lnTo>
                <a:lnTo>
                  <a:pt x="1658" y="5601"/>
                </a:lnTo>
                <a:lnTo>
                  <a:pt x="1726" y="6054"/>
                </a:lnTo>
                <a:lnTo>
                  <a:pt x="1795" y="6516"/>
                </a:lnTo>
                <a:lnTo>
                  <a:pt x="1850" y="6987"/>
                </a:lnTo>
                <a:lnTo>
                  <a:pt x="1617" y="7027"/>
                </a:lnTo>
                <a:lnTo>
                  <a:pt x="1384" y="7068"/>
                </a:lnTo>
                <a:lnTo>
                  <a:pt x="1151" y="7116"/>
                </a:lnTo>
                <a:lnTo>
                  <a:pt x="918" y="7173"/>
                </a:lnTo>
                <a:lnTo>
                  <a:pt x="692" y="7238"/>
                </a:lnTo>
                <a:lnTo>
                  <a:pt x="459" y="7303"/>
                </a:lnTo>
                <a:lnTo>
                  <a:pt x="226" y="7376"/>
                </a:lnTo>
                <a:lnTo>
                  <a:pt x="0" y="7449"/>
                </a:lnTo>
                <a:lnTo>
                  <a:pt x="0" y="7586"/>
                </a:lnTo>
                <a:lnTo>
                  <a:pt x="288" y="7481"/>
                </a:lnTo>
                <a:lnTo>
                  <a:pt x="678" y="7368"/>
                </a:lnTo>
                <a:lnTo>
                  <a:pt x="1076" y="7270"/>
                </a:lnTo>
                <a:lnTo>
                  <a:pt x="1466" y="7181"/>
                </a:lnTo>
                <a:lnTo>
                  <a:pt x="1863" y="7116"/>
                </a:lnTo>
                <a:lnTo>
                  <a:pt x="1904" y="7505"/>
                </a:lnTo>
                <a:lnTo>
                  <a:pt x="1932" y="7854"/>
                </a:lnTo>
                <a:lnTo>
                  <a:pt x="1959" y="8194"/>
                </a:lnTo>
                <a:lnTo>
                  <a:pt x="1980" y="8543"/>
                </a:lnTo>
                <a:lnTo>
                  <a:pt x="1993" y="8891"/>
                </a:lnTo>
                <a:lnTo>
                  <a:pt x="2000" y="9240"/>
                </a:lnTo>
                <a:lnTo>
                  <a:pt x="2007" y="9580"/>
                </a:lnTo>
                <a:lnTo>
                  <a:pt x="2007" y="10277"/>
                </a:lnTo>
                <a:lnTo>
                  <a:pt x="2000" y="10618"/>
                </a:lnTo>
                <a:lnTo>
                  <a:pt x="1987" y="10966"/>
                </a:lnTo>
                <a:lnTo>
                  <a:pt x="1973" y="11307"/>
                </a:lnTo>
                <a:lnTo>
                  <a:pt x="1952" y="11655"/>
                </a:lnTo>
                <a:lnTo>
                  <a:pt x="1925" y="11995"/>
                </a:lnTo>
                <a:lnTo>
                  <a:pt x="1898" y="12336"/>
                </a:lnTo>
                <a:lnTo>
                  <a:pt x="1863" y="12676"/>
                </a:lnTo>
                <a:lnTo>
                  <a:pt x="1822" y="13017"/>
                </a:lnTo>
                <a:lnTo>
                  <a:pt x="1781" y="13349"/>
                </a:lnTo>
                <a:lnTo>
                  <a:pt x="1733" y="13689"/>
                </a:lnTo>
                <a:lnTo>
                  <a:pt x="1678" y="14022"/>
                </a:lnTo>
                <a:lnTo>
                  <a:pt x="1624" y="14354"/>
                </a:lnTo>
                <a:lnTo>
                  <a:pt x="1562" y="14686"/>
                </a:lnTo>
                <a:lnTo>
                  <a:pt x="1500" y="15011"/>
                </a:lnTo>
                <a:lnTo>
                  <a:pt x="1432" y="15335"/>
                </a:lnTo>
                <a:lnTo>
                  <a:pt x="1356" y="15659"/>
                </a:lnTo>
                <a:lnTo>
                  <a:pt x="1274" y="15983"/>
                </a:lnTo>
                <a:lnTo>
                  <a:pt x="1199" y="16299"/>
                </a:lnTo>
                <a:lnTo>
                  <a:pt x="1110" y="16615"/>
                </a:lnTo>
                <a:lnTo>
                  <a:pt x="1021" y="16931"/>
                </a:lnTo>
                <a:lnTo>
                  <a:pt x="925" y="17239"/>
                </a:lnTo>
                <a:lnTo>
                  <a:pt x="829" y="17547"/>
                </a:lnTo>
                <a:lnTo>
                  <a:pt x="719" y="17847"/>
                </a:lnTo>
                <a:lnTo>
                  <a:pt x="617" y="18147"/>
                </a:lnTo>
                <a:lnTo>
                  <a:pt x="473" y="18488"/>
                </a:lnTo>
                <a:lnTo>
                  <a:pt x="322" y="18828"/>
                </a:lnTo>
                <a:lnTo>
                  <a:pt x="164" y="19168"/>
                </a:lnTo>
                <a:lnTo>
                  <a:pt x="0" y="19501"/>
                </a:lnTo>
                <a:lnTo>
                  <a:pt x="0" y="19752"/>
                </a:lnTo>
                <a:lnTo>
                  <a:pt x="199" y="19363"/>
                </a:lnTo>
                <a:lnTo>
                  <a:pt x="384" y="18982"/>
                </a:lnTo>
                <a:lnTo>
                  <a:pt x="555" y="18593"/>
                </a:lnTo>
                <a:lnTo>
                  <a:pt x="713" y="18204"/>
                </a:lnTo>
                <a:lnTo>
                  <a:pt x="822" y="17896"/>
                </a:lnTo>
                <a:lnTo>
                  <a:pt x="925" y="17596"/>
                </a:lnTo>
                <a:lnTo>
                  <a:pt x="1028" y="17288"/>
                </a:lnTo>
                <a:lnTo>
                  <a:pt x="1123" y="16972"/>
                </a:lnTo>
                <a:lnTo>
                  <a:pt x="1213" y="16656"/>
                </a:lnTo>
                <a:lnTo>
                  <a:pt x="1302" y="16340"/>
                </a:lnTo>
                <a:lnTo>
                  <a:pt x="1384" y="16024"/>
                </a:lnTo>
                <a:lnTo>
                  <a:pt x="1459" y="15700"/>
                </a:lnTo>
                <a:lnTo>
                  <a:pt x="1535" y="15375"/>
                </a:lnTo>
                <a:lnTo>
                  <a:pt x="1603" y="15043"/>
                </a:lnTo>
                <a:lnTo>
                  <a:pt x="1672" y="14711"/>
                </a:lnTo>
                <a:lnTo>
                  <a:pt x="1733" y="14378"/>
                </a:lnTo>
                <a:lnTo>
                  <a:pt x="1788" y="14046"/>
                </a:lnTo>
                <a:lnTo>
                  <a:pt x="1836" y="13714"/>
                </a:lnTo>
                <a:lnTo>
                  <a:pt x="1884" y="13373"/>
                </a:lnTo>
                <a:lnTo>
                  <a:pt x="1932" y="13033"/>
                </a:lnTo>
                <a:lnTo>
                  <a:pt x="1966" y="12693"/>
                </a:lnTo>
                <a:lnTo>
                  <a:pt x="2000" y="12352"/>
                </a:lnTo>
                <a:lnTo>
                  <a:pt x="2035" y="12012"/>
                </a:lnTo>
                <a:lnTo>
                  <a:pt x="2062" y="11663"/>
                </a:lnTo>
                <a:lnTo>
                  <a:pt x="2083" y="11315"/>
                </a:lnTo>
                <a:lnTo>
                  <a:pt x="2096" y="10974"/>
                </a:lnTo>
                <a:lnTo>
                  <a:pt x="2110" y="10626"/>
                </a:lnTo>
                <a:lnTo>
                  <a:pt x="2117" y="10277"/>
                </a:lnTo>
                <a:lnTo>
                  <a:pt x="2117" y="9580"/>
                </a:lnTo>
                <a:lnTo>
                  <a:pt x="2110" y="9232"/>
                </a:lnTo>
                <a:lnTo>
                  <a:pt x="2103" y="8883"/>
                </a:lnTo>
                <a:lnTo>
                  <a:pt x="2089" y="8535"/>
                </a:lnTo>
                <a:lnTo>
                  <a:pt x="2069" y="8186"/>
                </a:lnTo>
                <a:lnTo>
                  <a:pt x="2042" y="7838"/>
                </a:lnTo>
                <a:lnTo>
                  <a:pt x="2014" y="7489"/>
                </a:lnTo>
                <a:lnTo>
                  <a:pt x="1973" y="7100"/>
                </a:lnTo>
                <a:lnTo>
                  <a:pt x="2398" y="7051"/>
                </a:lnTo>
                <a:lnTo>
                  <a:pt x="2829" y="7019"/>
                </a:lnTo>
                <a:lnTo>
                  <a:pt x="3261" y="7003"/>
                </a:lnTo>
                <a:lnTo>
                  <a:pt x="3693" y="7011"/>
                </a:lnTo>
                <a:lnTo>
                  <a:pt x="4124" y="7027"/>
                </a:lnTo>
                <a:lnTo>
                  <a:pt x="4563" y="7076"/>
                </a:lnTo>
                <a:lnTo>
                  <a:pt x="5001" y="7132"/>
                </a:lnTo>
                <a:lnTo>
                  <a:pt x="5439" y="7214"/>
                </a:lnTo>
                <a:lnTo>
                  <a:pt x="5857" y="7303"/>
                </a:lnTo>
                <a:lnTo>
                  <a:pt x="6275" y="7416"/>
                </a:lnTo>
                <a:lnTo>
                  <a:pt x="6700" y="7538"/>
                </a:lnTo>
                <a:lnTo>
                  <a:pt x="7125" y="7684"/>
                </a:lnTo>
                <a:lnTo>
                  <a:pt x="7549" y="7846"/>
                </a:lnTo>
                <a:lnTo>
                  <a:pt x="7981" y="8024"/>
                </a:lnTo>
                <a:lnTo>
                  <a:pt x="8406" y="8210"/>
                </a:lnTo>
                <a:lnTo>
                  <a:pt x="8837" y="8421"/>
                </a:lnTo>
                <a:lnTo>
                  <a:pt x="9269" y="8648"/>
                </a:lnTo>
                <a:lnTo>
                  <a:pt x="9700" y="8891"/>
                </a:lnTo>
                <a:lnTo>
                  <a:pt x="10132" y="9159"/>
                </a:lnTo>
                <a:lnTo>
                  <a:pt x="10564" y="9434"/>
                </a:lnTo>
                <a:lnTo>
                  <a:pt x="11002" y="9726"/>
                </a:lnTo>
                <a:lnTo>
                  <a:pt x="11434" y="10034"/>
                </a:lnTo>
                <a:lnTo>
                  <a:pt x="11872" y="10358"/>
                </a:lnTo>
                <a:lnTo>
                  <a:pt x="12311" y="10699"/>
                </a:lnTo>
                <a:lnTo>
                  <a:pt x="12660" y="10990"/>
                </a:lnTo>
                <a:lnTo>
                  <a:pt x="13009" y="11282"/>
                </a:lnTo>
                <a:lnTo>
                  <a:pt x="13359" y="11590"/>
                </a:lnTo>
                <a:lnTo>
                  <a:pt x="13708" y="11906"/>
                </a:lnTo>
                <a:lnTo>
                  <a:pt x="14057" y="12231"/>
                </a:lnTo>
                <a:lnTo>
                  <a:pt x="14407" y="12571"/>
                </a:lnTo>
                <a:lnTo>
                  <a:pt x="14756" y="12911"/>
                </a:lnTo>
                <a:lnTo>
                  <a:pt x="15106" y="13268"/>
                </a:lnTo>
                <a:lnTo>
                  <a:pt x="15455" y="13641"/>
                </a:lnTo>
                <a:lnTo>
                  <a:pt x="15804" y="14014"/>
                </a:lnTo>
                <a:lnTo>
                  <a:pt x="16154" y="14395"/>
                </a:lnTo>
                <a:lnTo>
                  <a:pt x="16503" y="14792"/>
                </a:lnTo>
                <a:lnTo>
                  <a:pt x="16846" y="15197"/>
                </a:lnTo>
                <a:lnTo>
                  <a:pt x="17195" y="15610"/>
                </a:lnTo>
                <a:lnTo>
                  <a:pt x="17544" y="16032"/>
                </a:lnTo>
                <a:lnTo>
                  <a:pt x="17887" y="16469"/>
                </a:lnTo>
                <a:lnTo>
                  <a:pt x="18428" y="17167"/>
                </a:lnTo>
                <a:lnTo>
                  <a:pt x="18949" y="17864"/>
                </a:lnTo>
                <a:lnTo>
                  <a:pt x="19435" y="18544"/>
                </a:lnTo>
                <a:lnTo>
                  <a:pt x="19901" y="19209"/>
                </a:lnTo>
                <a:lnTo>
                  <a:pt x="20339" y="19849"/>
                </a:lnTo>
                <a:lnTo>
                  <a:pt x="20744" y="20465"/>
                </a:lnTo>
                <a:lnTo>
                  <a:pt x="21120" y="21049"/>
                </a:lnTo>
                <a:lnTo>
                  <a:pt x="21463" y="21600"/>
                </a:lnTo>
                <a:lnTo>
                  <a:pt x="21600" y="21600"/>
                </a:lnTo>
                <a:lnTo>
                  <a:pt x="21251" y="21041"/>
                </a:lnTo>
                <a:lnTo>
                  <a:pt x="20874" y="20449"/>
                </a:lnTo>
                <a:lnTo>
                  <a:pt x="20463" y="19825"/>
                </a:lnTo>
                <a:lnTo>
                  <a:pt x="20017" y="19177"/>
                </a:lnTo>
                <a:lnTo>
                  <a:pt x="19552" y="18496"/>
                </a:lnTo>
                <a:lnTo>
                  <a:pt x="19052" y="17807"/>
                </a:lnTo>
                <a:lnTo>
                  <a:pt x="18524" y="17094"/>
                </a:lnTo>
                <a:lnTo>
                  <a:pt x="17969" y="16380"/>
                </a:lnTo>
                <a:lnTo>
                  <a:pt x="17620" y="15951"/>
                </a:lnTo>
                <a:lnTo>
                  <a:pt x="17277" y="15521"/>
                </a:lnTo>
                <a:lnTo>
                  <a:pt x="16928" y="15108"/>
                </a:lnTo>
                <a:lnTo>
                  <a:pt x="16578" y="14703"/>
                </a:lnTo>
                <a:lnTo>
                  <a:pt x="16229" y="14305"/>
                </a:lnTo>
                <a:lnTo>
                  <a:pt x="15880" y="13916"/>
                </a:lnTo>
                <a:lnTo>
                  <a:pt x="15530" y="13544"/>
                </a:lnTo>
                <a:lnTo>
                  <a:pt x="15181" y="13171"/>
                </a:lnTo>
                <a:lnTo>
                  <a:pt x="14832" y="12814"/>
                </a:lnTo>
                <a:lnTo>
                  <a:pt x="14475" y="12466"/>
                </a:lnTo>
                <a:lnTo>
                  <a:pt x="14126" y="12133"/>
                </a:lnTo>
                <a:lnTo>
                  <a:pt x="13777" y="11801"/>
                </a:lnTo>
                <a:lnTo>
                  <a:pt x="13420" y="11485"/>
                </a:lnTo>
                <a:lnTo>
                  <a:pt x="13071" y="11177"/>
                </a:lnTo>
                <a:lnTo>
                  <a:pt x="12722" y="10885"/>
                </a:lnTo>
                <a:lnTo>
                  <a:pt x="12372" y="10593"/>
                </a:lnTo>
                <a:lnTo>
                  <a:pt x="11934" y="10253"/>
                </a:lnTo>
                <a:lnTo>
                  <a:pt x="11495" y="9921"/>
                </a:lnTo>
                <a:lnTo>
                  <a:pt x="11057" y="9613"/>
                </a:lnTo>
                <a:lnTo>
                  <a:pt x="10618" y="9321"/>
                </a:lnTo>
                <a:lnTo>
                  <a:pt x="10180" y="9037"/>
                </a:lnTo>
                <a:lnTo>
                  <a:pt x="9748" y="8778"/>
                </a:lnTo>
                <a:lnTo>
                  <a:pt x="9310" y="8535"/>
                </a:lnTo>
                <a:lnTo>
                  <a:pt x="8878" y="8308"/>
                </a:lnTo>
                <a:lnTo>
                  <a:pt x="8447" y="8089"/>
                </a:lnTo>
                <a:lnTo>
                  <a:pt x="8015" y="7894"/>
                </a:lnTo>
                <a:lnTo>
                  <a:pt x="7584" y="7724"/>
                </a:lnTo>
                <a:lnTo>
                  <a:pt x="7152" y="7562"/>
                </a:lnTo>
                <a:lnTo>
                  <a:pt x="6727" y="7416"/>
                </a:lnTo>
                <a:lnTo>
                  <a:pt x="6303" y="7286"/>
                </a:lnTo>
                <a:lnTo>
                  <a:pt x="5878" y="7181"/>
                </a:lnTo>
                <a:lnTo>
                  <a:pt x="5453" y="7084"/>
                </a:lnTo>
                <a:lnTo>
                  <a:pt x="5015" y="7003"/>
                </a:lnTo>
                <a:lnTo>
                  <a:pt x="4569" y="6946"/>
                </a:lnTo>
                <a:lnTo>
                  <a:pt x="4131" y="6897"/>
                </a:lnTo>
                <a:lnTo>
                  <a:pt x="3693" y="6881"/>
                </a:lnTo>
                <a:lnTo>
                  <a:pt x="3261" y="6873"/>
                </a:lnTo>
                <a:lnTo>
                  <a:pt x="2822" y="6889"/>
                </a:lnTo>
                <a:lnTo>
                  <a:pt x="2391" y="6922"/>
                </a:lnTo>
                <a:lnTo>
                  <a:pt x="1959" y="6970"/>
                </a:lnTo>
                <a:lnTo>
                  <a:pt x="1898" y="6484"/>
                </a:lnTo>
                <a:lnTo>
                  <a:pt x="1836" y="6006"/>
                </a:lnTo>
                <a:lnTo>
                  <a:pt x="1754" y="5528"/>
                </a:lnTo>
                <a:lnTo>
                  <a:pt x="1672" y="5058"/>
                </a:lnTo>
                <a:lnTo>
                  <a:pt x="1576" y="4596"/>
                </a:lnTo>
                <a:lnTo>
                  <a:pt x="1473" y="4134"/>
                </a:lnTo>
                <a:lnTo>
                  <a:pt x="1363" y="3688"/>
                </a:lnTo>
                <a:lnTo>
                  <a:pt x="1240" y="3242"/>
                </a:lnTo>
                <a:lnTo>
                  <a:pt x="1117" y="2812"/>
                </a:lnTo>
                <a:lnTo>
                  <a:pt x="980" y="2383"/>
                </a:lnTo>
                <a:lnTo>
                  <a:pt x="836" y="1961"/>
                </a:lnTo>
                <a:lnTo>
                  <a:pt x="685" y="1548"/>
                </a:lnTo>
                <a:lnTo>
                  <a:pt x="521" y="1151"/>
                </a:lnTo>
                <a:lnTo>
                  <a:pt x="356" y="754"/>
                </a:lnTo>
                <a:lnTo>
                  <a:pt x="185" y="373"/>
                </a:lnTo>
                <a:lnTo>
                  <a:pt x="0" y="0"/>
                </a:lnTo>
                <a:close/>
              </a:path>
            </a:pathLst>
          </a:custGeom>
          <a:solidFill>
            <a:srgbClr val="30E8B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11414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0" name="Google Shape;143;p18"/>
          <p:cNvSpPr>
            <a:spLocks noGrp="1"/>
          </p:cNvSpPr>
          <p:nvPr>
            <p:ph type="pic" sz="quarter" idx="22"/>
          </p:nvPr>
        </p:nvSpPr>
        <p:spPr>
          <a:xfrm>
            <a:off x="1976900" y="5935074"/>
            <a:ext cx="2528401" cy="2517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1" name="Google Shape;146;p18"/>
          <p:cNvSpPr txBox="1">
            <a:spLocks noGrp="1"/>
          </p:cNvSpPr>
          <p:nvPr>
            <p:ph type="body" sz="quarter" idx="23"/>
          </p:nvPr>
        </p:nvSpPr>
        <p:spPr>
          <a:xfrm>
            <a:off x="4634136" y="6918775"/>
            <a:ext cx="4297801" cy="1533001"/>
          </a:xfrm>
          <a:prstGeom prst="rect">
            <a:avLst/>
          </a:prstGeom>
        </p:spPr>
        <p:txBody>
          <a:bodyPr lIns="0" tIns="0" rIns="0" bIns="0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172" name="Google Shape;147;p18"/>
          <p:cNvSpPr>
            <a:spLocks noGrp="1"/>
          </p:cNvSpPr>
          <p:nvPr>
            <p:ph type="pic" sz="quarter" idx="24"/>
          </p:nvPr>
        </p:nvSpPr>
        <p:spPr>
          <a:xfrm>
            <a:off x="9371000" y="2339950"/>
            <a:ext cx="2528401" cy="2517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3" name="Google Shape;150;p18"/>
          <p:cNvSpPr>
            <a:spLocks noGrp="1"/>
          </p:cNvSpPr>
          <p:nvPr>
            <p:ph type="pic" sz="quarter" idx="25"/>
          </p:nvPr>
        </p:nvSpPr>
        <p:spPr>
          <a:xfrm>
            <a:off x="9371000" y="5935074"/>
            <a:ext cx="2528401" cy="2517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4" name="Google Shape;153;p18"/>
          <p:cNvSpPr txBox="1">
            <a:spLocks noGrp="1"/>
          </p:cNvSpPr>
          <p:nvPr>
            <p:ph type="body" sz="quarter" idx="26"/>
          </p:nvPr>
        </p:nvSpPr>
        <p:spPr>
          <a:xfrm>
            <a:off x="12028236" y="6918775"/>
            <a:ext cx="4297801" cy="1533001"/>
          </a:xfrm>
          <a:prstGeom prst="rect">
            <a:avLst/>
          </a:prstGeom>
        </p:spPr>
        <p:txBody>
          <a:bodyPr lIns="0" tIns="0" rIns="0" bIns="0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175" name="Google Shape;154;p18"/>
          <p:cNvSpPr>
            <a:spLocks noGrp="1"/>
          </p:cNvSpPr>
          <p:nvPr>
            <p:ph type="pic" sz="quarter" idx="27"/>
          </p:nvPr>
        </p:nvSpPr>
        <p:spPr>
          <a:xfrm>
            <a:off x="1976900" y="2339950"/>
            <a:ext cx="2528401" cy="2517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2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9607200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84" name="Google Shape;161;p19"/>
          <p:cNvSpPr/>
          <p:nvPr/>
        </p:nvSpPr>
        <p:spPr>
          <a:xfrm>
            <a:off x="14599311" y="-1"/>
            <a:ext cx="3683805" cy="3145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91" y="7229"/>
                </a:moveTo>
                <a:lnTo>
                  <a:pt x="10855" y="7886"/>
                </a:lnTo>
                <a:lnTo>
                  <a:pt x="10806" y="8543"/>
                </a:lnTo>
                <a:lnTo>
                  <a:pt x="10733" y="9186"/>
                </a:lnTo>
                <a:lnTo>
                  <a:pt x="10635" y="9814"/>
                </a:lnTo>
                <a:lnTo>
                  <a:pt x="10526" y="10429"/>
                </a:lnTo>
                <a:lnTo>
                  <a:pt x="10392" y="11043"/>
                </a:lnTo>
                <a:lnTo>
                  <a:pt x="10233" y="11643"/>
                </a:lnTo>
                <a:lnTo>
                  <a:pt x="10062" y="12243"/>
                </a:lnTo>
                <a:lnTo>
                  <a:pt x="9903" y="12714"/>
                </a:lnTo>
                <a:lnTo>
                  <a:pt x="9733" y="13200"/>
                </a:lnTo>
                <a:lnTo>
                  <a:pt x="9550" y="13657"/>
                </a:lnTo>
                <a:lnTo>
                  <a:pt x="9355" y="14129"/>
                </a:lnTo>
                <a:lnTo>
                  <a:pt x="9135" y="14571"/>
                </a:lnTo>
                <a:lnTo>
                  <a:pt x="8916" y="15014"/>
                </a:lnTo>
                <a:lnTo>
                  <a:pt x="8672" y="15457"/>
                </a:lnTo>
                <a:lnTo>
                  <a:pt x="8416" y="15886"/>
                </a:lnTo>
                <a:lnTo>
                  <a:pt x="8147" y="16300"/>
                </a:lnTo>
                <a:lnTo>
                  <a:pt x="7867" y="16714"/>
                </a:lnTo>
                <a:lnTo>
                  <a:pt x="7586" y="17114"/>
                </a:lnTo>
                <a:lnTo>
                  <a:pt x="7269" y="17514"/>
                </a:lnTo>
                <a:lnTo>
                  <a:pt x="6952" y="17900"/>
                </a:lnTo>
                <a:lnTo>
                  <a:pt x="6623" y="18272"/>
                </a:lnTo>
                <a:lnTo>
                  <a:pt x="6281" y="18643"/>
                </a:lnTo>
                <a:lnTo>
                  <a:pt x="5928" y="19000"/>
                </a:lnTo>
                <a:lnTo>
                  <a:pt x="5415" y="19486"/>
                </a:lnTo>
                <a:lnTo>
                  <a:pt x="4940" y="19900"/>
                </a:lnTo>
                <a:lnTo>
                  <a:pt x="4489" y="20243"/>
                </a:lnTo>
                <a:lnTo>
                  <a:pt x="4074" y="20543"/>
                </a:lnTo>
                <a:lnTo>
                  <a:pt x="3683" y="20786"/>
                </a:lnTo>
                <a:lnTo>
                  <a:pt x="3330" y="20986"/>
                </a:lnTo>
                <a:lnTo>
                  <a:pt x="3000" y="21129"/>
                </a:lnTo>
                <a:lnTo>
                  <a:pt x="2695" y="21243"/>
                </a:lnTo>
                <a:lnTo>
                  <a:pt x="2415" y="21314"/>
                </a:lnTo>
                <a:lnTo>
                  <a:pt x="2159" y="21357"/>
                </a:lnTo>
                <a:lnTo>
                  <a:pt x="1927" y="21372"/>
                </a:lnTo>
                <a:lnTo>
                  <a:pt x="1720" y="21372"/>
                </a:lnTo>
                <a:lnTo>
                  <a:pt x="1537" y="21329"/>
                </a:lnTo>
                <a:lnTo>
                  <a:pt x="1378" y="21286"/>
                </a:lnTo>
                <a:lnTo>
                  <a:pt x="1232" y="21229"/>
                </a:lnTo>
                <a:lnTo>
                  <a:pt x="1110" y="21172"/>
                </a:lnTo>
                <a:lnTo>
                  <a:pt x="988" y="21086"/>
                </a:lnTo>
                <a:lnTo>
                  <a:pt x="878" y="20986"/>
                </a:lnTo>
                <a:lnTo>
                  <a:pt x="768" y="20871"/>
                </a:lnTo>
                <a:lnTo>
                  <a:pt x="671" y="20743"/>
                </a:lnTo>
                <a:lnTo>
                  <a:pt x="585" y="20600"/>
                </a:lnTo>
                <a:lnTo>
                  <a:pt x="500" y="20457"/>
                </a:lnTo>
                <a:lnTo>
                  <a:pt x="427" y="20286"/>
                </a:lnTo>
                <a:lnTo>
                  <a:pt x="366" y="20114"/>
                </a:lnTo>
                <a:lnTo>
                  <a:pt x="317" y="19929"/>
                </a:lnTo>
                <a:lnTo>
                  <a:pt x="268" y="19729"/>
                </a:lnTo>
                <a:lnTo>
                  <a:pt x="244" y="19514"/>
                </a:lnTo>
                <a:lnTo>
                  <a:pt x="220" y="19300"/>
                </a:lnTo>
                <a:lnTo>
                  <a:pt x="195" y="19071"/>
                </a:lnTo>
                <a:lnTo>
                  <a:pt x="195" y="18586"/>
                </a:lnTo>
                <a:lnTo>
                  <a:pt x="207" y="18329"/>
                </a:lnTo>
                <a:lnTo>
                  <a:pt x="244" y="17986"/>
                </a:lnTo>
                <a:lnTo>
                  <a:pt x="293" y="17643"/>
                </a:lnTo>
                <a:lnTo>
                  <a:pt x="366" y="17286"/>
                </a:lnTo>
                <a:lnTo>
                  <a:pt x="439" y="16914"/>
                </a:lnTo>
                <a:lnTo>
                  <a:pt x="537" y="16557"/>
                </a:lnTo>
                <a:lnTo>
                  <a:pt x="646" y="16186"/>
                </a:lnTo>
                <a:lnTo>
                  <a:pt x="768" y="15814"/>
                </a:lnTo>
                <a:lnTo>
                  <a:pt x="903" y="15457"/>
                </a:lnTo>
                <a:lnTo>
                  <a:pt x="1061" y="15086"/>
                </a:lnTo>
                <a:lnTo>
                  <a:pt x="1220" y="14714"/>
                </a:lnTo>
                <a:lnTo>
                  <a:pt x="1403" y="14343"/>
                </a:lnTo>
                <a:lnTo>
                  <a:pt x="1586" y="13986"/>
                </a:lnTo>
                <a:lnTo>
                  <a:pt x="1793" y="13614"/>
                </a:lnTo>
                <a:lnTo>
                  <a:pt x="2000" y="13257"/>
                </a:lnTo>
                <a:lnTo>
                  <a:pt x="2232" y="12914"/>
                </a:lnTo>
                <a:lnTo>
                  <a:pt x="2476" y="12557"/>
                </a:lnTo>
                <a:lnTo>
                  <a:pt x="2683" y="12271"/>
                </a:lnTo>
                <a:lnTo>
                  <a:pt x="2915" y="11957"/>
                </a:lnTo>
                <a:lnTo>
                  <a:pt x="3171" y="11657"/>
                </a:lnTo>
                <a:lnTo>
                  <a:pt x="3452" y="11329"/>
                </a:lnTo>
                <a:lnTo>
                  <a:pt x="3744" y="11014"/>
                </a:lnTo>
                <a:lnTo>
                  <a:pt x="4061" y="10686"/>
                </a:lnTo>
                <a:lnTo>
                  <a:pt x="4403" y="10357"/>
                </a:lnTo>
                <a:lnTo>
                  <a:pt x="4769" y="10043"/>
                </a:lnTo>
                <a:lnTo>
                  <a:pt x="5147" y="9729"/>
                </a:lnTo>
                <a:lnTo>
                  <a:pt x="5562" y="9414"/>
                </a:lnTo>
                <a:lnTo>
                  <a:pt x="5989" y="9114"/>
                </a:lnTo>
                <a:lnTo>
                  <a:pt x="6452" y="8829"/>
                </a:lnTo>
                <a:lnTo>
                  <a:pt x="6928" y="8557"/>
                </a:lnTo>
                <a:lnTo>
                  <a:pt x="7440" y="8286"/>
                </a:lnTo>
                <a:lnTo>
                  <a:pt x="7965" y="8043"/>
                </a:lnTo>
                <a:lnTo>
                  <a:pt x="8525" y="7828"/>
                </a:lnTo>
                <a:lnTo>
                  <a:pt x="8830" y="7714"/>
                </a:lnTo>
                <a:lnTo>
                  <a:pt x="9123" y="7614"/>
                </a:lnTo>
                <a:lnTo>
                  <a:pt x="9428" y="7529"/>
                </a:lnTo>
                <a:lnTo>
                  <a:pt x="9721" y="7457"/>
                </a:lnTo>
                <a:lnTo>
                  <a:pt x="10013" y="7386"/>
                </a:lnTo>
                <a:lnTo>
                  <a:pt x="10306" y="7328"/>
                </a:lnTo>
                <a:lnTo>
                  <a:pt x="10599" y="7271"/>
                </a:lnTo>
                <a:lnTo>
                  <a:pt x="10891" y="7229"/>
                </a:lnTo>
                <a:close/>
                <a:moveTo>
                  <a:pt x="10062" y="0"/>
                </a:moveTo>
                <a:lnTo>
                  <a:pt x="10196" y="529"/>
                </a:lnTo>
                <a:lnTo>
                  <a:pt x="10331" y="1100"/>
                </a:lnTo>
                <a:lnTo>
                  <a:pt x="10453" y="1729"/>
                </a:lnTo>
                <a:lnTo>
                  <a:pt x="10574" y="2400"/>
                </a:lnTo>
                <a:lnTo>
                  <a:pt x="10672" y="3100"/>
                </a:lnTo>
                <a:lnTo>
                  <a:pt x="10770" y="3843"/>
                </a:lnTo>
                <a:lnTo>
                  <a:pt x="10843" y="4629"/>
                </a:lnTo>
                <a:lnTo>
                  <a:pt x="10891" y="5429"/>
                </a:lnTo>
                <a:lnTo>
                  <a:pt x="10904" y="6228"/>
                </a:lnTo>
                <a:lnTo>
                  <a:pt x="10904" y="7000"/>
                </a:lnTo>
                <a:lnTo>
                  <a:pt x="10599" y="7043"/>
                </a:lnTo>
                <a:lnTo>
                  <a:pt x="10306" y="7100"/>
                </a:lnTo>
                <a:lnTo>
                  <a:pt x="10001" y="7157"/>
                </a:lnTo>
                <a:lnTo>
                  <a:pt x="9696" y="7229"/>
                </a:lnTo>
                <a:lnTo>
                  <a:pt x="9391" y="7300"/>
                </a:lnTo>
                <a:lnTo>
                  <a:pt x="9087" y="7400"/>
                </a:lnTo>
                <a:lnTo>
                  <a:pt x="8781" y="7500"/>
                </a:lnTo>
                <a:lnTo>
                  <a:pt x="8464" y="7614"/>
                </a:lnTo>
                <a:lnTo>
                  <a:pt x="7904" y="7828"/>
                </a:lnTo>
                <a:lnTo>
                  <a:pt x="7355" y="8086"/>
                </a:lnTo>
                <a:lnTo>
                  <a:pt x="6842" y="8343"/>
                </a:lnTo>
                <a:lnTo>
                  <a:pt x="6354" y="8629"/>
                </a:lnTo>
                <a:lnTo>
                  <a:pt x="5891" y="8914"/>
                </a:lnTo>
                <a:lnTo>
                  <a:pt x="5452" y="9229"/>
                </a:lnTo>
                <a:lnTo>
                  <a:pt x="5037" y="9543"/>
                </a:lnTo>
                <a:lnTo>
                  <a:pt x="4647" y="9857"/>
                </a:lnTo>
                <a:lnTo>
                  <a:pt x="4281" y="10186"/>
                </a:lnTo>
                <a:lnTo>
                  <a:pt x="3939" y="10514"/>
                </a:lnTo>
                <a:lnTo>
                  <a:pt x="3610" y="10843"/>
                </a:lnTo>
                <a:lnTo>
                  <a:pt x="3305" y="11171"/>
                </a:lnTo>
                <a:lnTo>
                  <a:pt x="3037" y="11486"/>
                </a:lnTo>
                <a:lnTo>
                  <a:pt x="2769" y="11814"/>
                </a:lnTo>
                <a:lnTo>
                  <a:pt x="2537" y="12114"/>
                </a:lnTo>
                <a:lnTo>
                  <a:pt x="2318" y="12414"/>
                </a:lnTo>
                <a:lnTo>
                  <a:pt x="2074" y="12771"/>
                </a:lnTo>
                <a:lnTo>
                  <a:pt x="1842" y="13128"/>
                </a:lnTo>
                <a:lnTo>
                  <a:pt x="1622" y="13500"/>
                </a:lnTo>
                <a:lnTo>
                  <a:pt x="1427" y="13857"/>
                </a:lnTo>
                <a:lnTo>
                  <a:pt x="1232" y="14243"/>
                </a:lnTo>
                <a:lnTo>
                  <a:pt x="1049" y="14614"/>
                </a:lnTo>
                <a:lnTo>
                  <a:pt x="878" y="14986"/>
                </a:lnTo>
                <a:lnTo>
                  <a:pt x="720" y="15372"/>
                </a:lnTo>
                <a:lnTo>
                  <a:pt x="585" y="15743"/>
                </a:lnTo>
                <a:lnTo>
                  <a:pt x="464" y="16114"/>
                </a:lnTo>
                <a:lnTo>
                  <a:pt x="342" y="16500"/>
                </a:lnTo>
                <a:lnTo>
                  <a:pt x="256" y="16871"/>
                </a:lnTo>
                <a:lnTo>
                  <a:pt x="171" y="17229"/>
                </a:lnTo>
                <a:lnTo>
                  <a:pt x="98" y="17600"/>
                </a:lnTo>
                <a:lnTo>
                  <a:pt x="49" y="17957"/>
                </a:lnTo>
                <a:lnTo>
                  <a:pt x="12" y="18314"/>
                </a:lnTo>
                <a:lnTo>
                  <a:pt x="0" y="18586"/>
                </a:lnTo>
                <a:lnTo>
                  <a:pt x="0" y="19100"/>
                </a:lnTo>
                <a:lnTo>
                  <a:pt x="25" y="19357"/>
                </a:lnTo>
                <a:lnTo>
                  <a:pt x="49" y="19586"/>
                </a:lnTo>
                <a:lnTo>
                  <a:pt x="86" y="19814"/>
                </a:lnTo>
                <a:lnTo>
                  <a:pt x="134" y="20028"/>
                </a:lnTo>
                <a:lnTo>
                  <a:pt x="195" y="20229"/>
                </a:lnTo>
                <a:lnTo>
                  <a:pt x="268" y="20414"/>
                </a:lnTo>
                <a:lnTo>
                  <a:pt x="342" y="20586"/>
                </a:lnTo>
                <a:lnTo>
                  <a:pt x="439" y="20757"/>
                </a:lnTo>
                <a:lnTo>
                  <a:pt x="537" y="20900"/>
                </a:lnTo>
                <a:lnTo>
                  <a:pt x="646" y="21043"/>
                </a:lnTo>
                <a:lnTo>
                  <a:pt x="756" y="21172"/>
                </a:lnTo>
                <a:lnTo>
                  <a:pt x="890" y="21271"/>
                </a:lnTo>
                <a:lnTo>
                  <a:pt x="1025" y="21372"/>
                </a:lnTo>
                <a:lnTo>
                  <a:pt x="1220" y="21471"/>
                </a:lnTo>
                <a:lnTo>
                  <a:pt x="1439" y="21543"/>
                </a:lnTo>
                <a:lnTo>
                  <a:pt x="1671" y="21586"/>
                </a:lnTo>
                <a:lnTo>
                  <a:pt x="1915" y="21600"/>
                </a:lnTo>
                <a:lnTo>
                  <a:pt x="2110" y="21600"/>
                </a:lnTo>
                <a:lnTo>
                  <a:pt x="2330" y="21571"/>
                </a:lnTo>
                <a:lnTo>
                  <a:pt x="2549" y="21514"/>
                </a:lnTo>
                <a:lnTo>
                  <a:pt x="2781" y="21457"/>
                </a:lnTo>
                <a:lnTo>
                  <a:pt x="3012" y="21357"/>
                </a:lnTo>
                <a:lnTo>
                  <a:pt x="3257" y="21257"/>
                </a:lnTo>
                <a:lnTo>
                  <a:pt x="3513" y="21129"/>
                </a:lnTo>
                <a:lnTo>
                  <a:pt x="3769" y="20986"/>
                </a:lnTo>
                <a:lnTo>
                  <a:pt x="4037" y="20829"/>
                </a:lnTo>
                <a:lnTo>
                  <a:pt x="4305" y="20643"/>
                </a:lnTo>
                <a:lnTo>
                  <a:pt x="4586" y="20443"/>
                </a:lnTo>
                <a:lnTo>
                  <a:pt x="4867" y="20229"/>
                </a:lnTo>
                <a:lnTo>
                  <a:pt x="5147" y="20000"/>
                </a:lnTo>
                <a:lnTo>
                  <a:pt x="5440" y="19743"/>
                </a:lnTo>
                <a:lnTo>
                  <a:pt x="5745" y="19471"/>
                </a:lnTo>
                <a:lnTo>
                  <a:pt x="6050" y="19186"/>
                </a:lnTo>
                <a:lnTo>
                  <a:pt x="6415" y="18814"/>
                </a:lnTo>
                <a:lnTo>
                  <a:pt x="6757" y="18443"/>
                </a:lnTo>
                <a:lnTo>
                  <a:pt x="7098" y="18057"/>
                </a:lnTo>
                <a:lnTo>
                  <a:pt x="7415" y="17671"/>
                </a:lnTo>
                <a:lnTo>
                  <a:pt x="7733" y="17271"/>
                </a:lnTo>
                <a:lnTo>
                  <a:pt x="8026" y="16857"/>
                </a:lnTo>
                <a:lnTo>
                  <a:pt x="8306" y="16443"/>
                </a:lnTo>
                <a:lnTo>
                  <a:pt x="8574" y="16014"/>
                </a:lnTo>
                <a:lnTo>
                  <a:pt x="8830" y="15586"/>
                </a:lnTo>
                <a:lnTo>
                  <a:pt x="9074" y="15143"/>
                </a:lnTo>
                <a:lnTo>
                  <a:pt x="9306" y="14686"/>
                </a:lnTo>
                <a:lnTo>
                  <a:pt x="9526" y="14229"/>
                </a:lnTo>
                <a:lnTo>
                  <a:pt x="9721" y="13757"/>
                </a:lnTo>
                <a:lnTo>
                  <a:pt x="9916" y="13286"/>
                </a:lnTo>
                <a:lnTo>
                  <a:pt x="10087" y="12800"/>
                </a:lnTo>
                <a:lnTo>
                  <a:pt x="10245" y="12314"/>
                </a:lnTo>
                <a:lnTo>
                  <a:pt x="10428" y="11714"/>
                </a:lnTo>
                <a:lnTo>
                  <a:pt x="10574" y="11100"/>
                </a:lnTo>
                <a:lnTo>
                  <a:pt x="10721" y="10472"/>
                </a:lnTo>
                <a:lnTo>
                  <a:pt x="10830" y="9843"/>
                </a:lnTo>
                <a:lnTo>
                  <a:pt x="10928" y="9200"/>
                </a:lnTo>
                <a:lnTo>
                  <a:pt x="11001" y="8543"/>
                </a:lnTo>
                <a:lnTo>
                  <a:pt x="11050" y="7886"/>
                </a:lnTo>
                <a:lnTo>
                  <a:pt x="11087" y="7214"/>
                </a:lnTo>
                <a:lnTo>
                  <a:pt x="11611" y="7171"/>
                </a:lnTo>
                <a:lnTo>
                  <a:pt x="12111" y="7171"/>
                </a:lnTo>
                <a:lnTo>
                  <a:pt x="12624" y="7200"/>
                </a:lnTo>
                <a:lnTo>
                  <a:pt x="13123" y="7257"/>
                </a:lnTo>
                <a:lnTo>
                  <a:pt x="13611" y="7343"/>
                </a:lnTo>
                <a:lnTo>
                  <a:pt x="14099" y="7457"/>
                </a:lnTo>
                <a:lnTo>
                  <a:pt x="14575" y="7614"/>
                </a:lnTo>
                <a:lnTo>
                  <a:pt x="15038" y="7800"/>
                </a:lnTo>
                <a:lnTo>
                  <a:pt x="15343" y="7929"/>
                </a:lnTo>
                <a:lnTo>
                  <a:pt x="15636" y="8071"/>
                </a:lnTo>
                <a:lnTo>
                  <a:pt x="15917" y="8228"/>
                </a:lnTo>
                <a:lnTo>
                  <a:pt x="16209" y="8400"/>
                </a:lnTo>
                <a:lnTo>
                  <a:pt x="16490" y="8586"/>
                </a:lnTo>
                <a:lnTo>
                  <a:pt x="16770" y="8786"/>
                </a:lnTo>
                <a:lnTo>
                  <a:pt x="17051" y="9000"/>
                </a:lnTo>
                <a:lnTo>
                  <a:pt x="17331" y="9229"/>
                </a:lnTo>
                <a:lnTo>
                  <a:pt x="17600" y="9457"/>
                </a:lnTo>
                <a:lnTo>
                  <a:pt x="17868" y="9700"/>
                </a:lnTo>
                <a:lnTo>
                  <a:pt x="18136" y="9957"/>
                </a:lnTo>
                <a:lnTo>
                  <a:pt x="18392" y="10243"/>
                </a:lnTo>
                <a:lnTo>
                  <a:pt x="18648" y="10514"/>
                </a:lnTo>
                <a:lnTo>
                  <a:pt x="18905" y="10814"/>
                </a:lnTo>
                <a:lnTo>
                  <a:pt x="19148" y="11128"/>
                </a:lnTo>
                <a:lnTo>
                  <a:pt x="19393" y="11443"/>
                </a:lnTo>
                <a:lnTo>
                  <a:pt x="19746" y="11929"/>
                </a:lnTo>
                <a:lnTo>
                  <a:pt x="20075" y="12429"/>
                </a:lnTo>
                <a:lnTo>
                  <a:pt x="20380" y="12914"/>
                </a:lnTo>
                <a:lnTo>
                  <a:pt x="20661" y="13414"/>
                </a:lnTo>
                <a:lnTo>
                  <a:pt x="20929" y="13900"/>
                </a:lnTo>
                <a:lnTo>
                  <a:pt x="21173" y="14371"/>
                </a:lnTo>
                <a:lnTo>
                  <a:pt x="21393" y="14829"/>
                </a:lnTo>
                <a:lnTo>
                  <a:pt x="21600" y="15286"/>
                </a:lnTo>
                <a:lnTo>
                  <a:pt x="21600" y="14800"/>
                </a:lnTo>
                <a:lnTo>
                  <a:pt x="21405" y="14386"/>
                </a:lnTo>
                <a:lnTo>
                  <a:pt x="21185" y="13957"/>
                </a:lnTo>
                <a:lnTo>
                  <a:pt x="20954" y="13514"/>
                </a:lnTo>
                <a:lnTo>
                  <a:pt x="20710" y="13071"/>
                </a:lnTo>
                <a:lnTo>
                  <a:pt x="20441" y="12629"/>
                </a:lnTo>
                <a:lnTo>
                  <a:pt x="20161" y="12186"/>
                </a:lnTo>
                <a:lnTo>
                  <a:pt x="19868" y="11743"/>
                </a:lnTo>
                <a:lnTo>
                  <a:pt x="19551" y="11300"/>
                </a:lnTo>
                <a:lnTo>
                  <a:pt x="19295" y="10971"/>
                </a:lnTo>
                <a:lnTo>
                  <a:pt x="19039" y="10657"/>
                </a:lnTo>
                <a:lnTo>
                  <a:pt x="18783" y="10357"/>
                </a:lnTo>
                <a:lnTo>
                  <a:pt x="18527" y="10071"/>
                </a:lnTo>
                <a:lnTo>
                  <a:pt x="18258" y="9786"/>
                </a:lnTo>
                <a:lnTo>
                  <a:pt x="17990" y="9529"/>
                </a:lnTo>
                <a:lnTo>
                  <a:pt x="17721" y="9271"/>
                </a:lnTo>
                <a:lnTo>
                  <a:pt x="17441" y="9043"/>
                </a:lnTo>
                <a:lnTo>
                  <a:pt x="17161" y="8814"/>
                </a:lnTo>
                <a:lnTo>
                  <a:pt x="16880" y="8600"/>
                </a:lnTo>
                <a:lnTo>
                  <a:pt x="16587" y="8400"/>
                </a:lnTo>
                <a:lnTo>
                  <a:pt x="16307" y="8200"/>
                </a:lnTo>
                <a:lnTo>
                  <a:pt x="16014" y="8028"/>
                </a:lnTo>
                <a:lnTo>
                  <a:pt x="15709" y="7871"/>
                </a:lnTo>
                <a:lnTo>
                  <a:pt x="15416" y="7714"/>
                </a:lnTo>
                <a:lnTo>
                  <a:pt x="15112" y="7586"/>
                </a:lnTo>
                <a:lnTo>
                  <a:pt x="14636" y="7400"/>
                </a:lnTo>
                <a:lnTo>
                  <a:pt x="14148" y="7243"/>
                </a:lnTo>
                <a:lnTo>
                  <a:pt x="13660" y="7114"/>
                </a:lnTo>
                <a:lnTo>
                  <a:pt x="13160" y="7029"/>
                </a:lnTo>
                <a:lnTo>
                  <a:pt x="12648" y="6971"/>
                </a:lnTo>
                <a:lnTo>
                  <a:pt x="12135" y="6943"/>
                </a:lnTo>
                <a:lnTo>
                  <a:pt x="11623" y="6943"/>
                </a:lnTo>
                <a:lnTo>
                  <a:pt x="11099" y="6986"/>
                </a:lnTo>
                <a:lnTo>
                  <a:pt x="11099" y="6200"/>
                </a:lnTo>
                <a:lnTo>
                  <a:pt x="11087" y="5414"/>
                </a:lnTo>
                <a:lnTo>
                  <a:pt x="11038" y="4614"/>
                </a:lnTo>
                <a:lnTo>
                  <a:pt x="10965" y="3843"/>
                </a:lnTo>
                <a:lnTo>
                  <a:pt x="10879" y="3100"/>
                </a:lnTo>
                <a:lnTo>
                  <a:pt x="10770" y="2400"/>
                </a:lnTo>
                <a:lnTo>
                  <a:pt x="10648" y="1729"/>
                </a:lnTo>
                <a:lnTo>
                  <a:pt x="10526" y="1100"/>
                </a:lnTo>
                <a:lnTo>
                  <a:pt x="10404" y="529"/>
                </a:lnTo>
                <a:lnTo>
                  <a:pt x="10270" y="0"/>
                </a:lnTo>
                <a:close/>
              </a:path>
            </a:pathLst>
          </a:custGeom>
          <a:solidFill>
            <a:srgbClr val="30E8B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30E8B0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1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9600549"/>
            <a:ext cx="2231401" cy="622801"/>
          </a:xfrm>
          <a:prstGeom prst="rect">
            <a:avLst/>
          </a:prstGeom>
        </p:spPr>
        <p:txBody>
          <a:bodyPr lIns="182849" tIns="182849" rIns="182849" bIns="182849"/>
          <a:lstStyle>
            <a:lvl1pPr marL="381000" indent="-304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381000" indent="1524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381000" indent="6096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381000" indent="1066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81000" indent="15240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2_1_1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64;p20"/>
          <p:cNvSpPr/>
          <p:nvPr/>
        </p:nvSpPr>
        <p:spPr>
          <a:xfrm rot="5400000">
            <a:off x="-15293" y="2307067"/>
            <a:ext cx="7978200" cy="7978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553"/>
                </a:lnTo>
                <a:close/>
              </a:path>
            </a:pathLst>
          </a:custGeom>
          <a:gradFill>
            <a:gsLst>
              <a:gs pos="0">
                <a:srgbClr val="6AD1FA"/>
              </a:gs>
              <a:gs pos="64000">
                <a:srgbClr val="1F1F1F"/>
              </a:gs>
              <a:gs pos="100000">
                <a:srgbClr val="1F1F1F"/>
              </a:gs>
            </a:gsLst>
            <a:path path="circle">
              <a:fillToRect l="-19636" t="62278" r="119636" b="37721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193" name="Google Shape;165;p20"/>
          <p:cNvSpPr/>
          <p:nvPr/>
        </p:nvSpPr>
        <p:spPr>
          <a:xfrm>
            <a:off x="63" y="3970699"/>
            <a:ext cx="7472339" cy="63158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59"/>
                </a:lnTo>
                <a:lnTo>
                  <a:pt x="171" y="616"/>
                </a:lnTo>
                <a:lnTo>
                  <a:pt x="336" y="989"/>
                </a:lnTo>
                <a:lnTo>
                  <a:pt x="493" y="1370"/>
                </a:lnTo>
                <a:lnTo>
                  <a:pt x="644" y="1759"/>
                </a:lnTo>
                <a:lnTo>
                  <a:pt x="788" y="2164"/>
                </a:lnTo>
                <a:lnTo>
                  <a:pt x="925" y="2569"/>
                </a:lnTo>
                <a:lnTo>
                  <a:pt x="1048" y="2983"/>
                </a:lnTo>
                <a:lnTo>
                  <a:pt x="1171" y="3396"/>
                </a:lnTo>
                <a:lnTo>
                  <a:pt x="1281" y="3826"/>
                </a:lnTo>
                <a:lnTo>
                  <a:pt x="1391" y="4263"/>
                </a:lnTo>
                <a:lnTo>
                  <a:pt x="1487" y="4701"/>
                </a:lnTo>
                <a:lnTo>
                  <a:pt x="1576" y="5147"/>
                </a:lnTo>
                <a:lnTo>
                  <a:pt x="1658" y="5601"/>
                </a:lnTo>
                <a:lnTo>
                  <a:pt x="1726" y="6054"/>
                </a:lnTo>
                <a:lnTo>
                  <a:pt x="1795" y="6516"/>
                </a:lnTo>
                <a:lnTo>
                  <a:pt x="1850" y="6987"/>
                </a:lnTo>
                <a:lnTo>
                  <a:pt x="1617" y="7027"/>
                </a:lnTo>
                <a:lnTo>
                  <a:pt x="1384" y="7068"/>
                </a:lnTo>
                <a:lnTo>
                  <a:pt x="1151" y="7116"/>
                </a:lnTo>
                <a:lnTo>
                  <a:pt x="918" y="7173"/>
                </a:lnTo>
                <a:lnTo>
                  <a:pt x="692" y="7238"/>
                </a:lnTo>
                <a:lnTo>
                  <a:pt x="459" y="7303"/>
                </a:lnTo>
                <a:lnTo>
                  <a:pt x="226" y="7376"/>
                </a:lnTo>
                <a:lnTo>
                  <a:pt x="0" y="7449"/>
                </a:lnTo>
                <a:lnTo>
                  <a:pt x="0" y="7586"/>
                </a:lnTo>
                <a:lnTo>
                  <a:pt x="288" y="7481"/>
                </a:lnTo>
                <a:lnTo>
                  <a:pt x="678" y="7368"/>
                </a:lnTo>
                <a:lnTo>
                  <a:pt x="1076" y="7270"/>
                </a:lnTo>
                <a:lnTo>
                  <a:pt x="1466" y="7181"/>
                </a:lnTo>
                <a:lnTo>
                  <a:pt x="1863" y="7116"/>
                </a:lnTo>
                <a:lnTo>
                  <a:pt x="1904" y="7505"/>
                </a:lnTo>
                <a:lnTo>
                  <a:pt x="1932" y="7854"/>
                </a:lnTo>
                <a:lnTo>
                  <a:pt x="1959" y="8194"/>
                </a:lnTo>
                <a:lnTo>
                  <a:pt x="1980" y="8543"/>
                </a:lnTo>
                <a:lnTo>
                  <a:pt x="1993" y="8891"/>
                </a:lnTo>
                <a:lnTo>
                  <a:pt x="2000" y="9240"/>
                </a:lnTo>
                <a:lnTo>
                  <a:pt x="2007" y="9580"/>
                </a:lnTo>
                <a:lnTo>
                  <a:pt x="2007" y="10277"/>
                </a:lnTo>
                <a:lnTo>
                  <a:pt x="2000" y="10618"/>
                </a:lnTo>
                <a:lnTo>
                  <a:pt x="1987" y="10966"/>
                </a:lnTo>
                <a:lnTo>
                  <a:pt x="1973" y="11307"/>
                </a:lnTo>
                <a:lnTo>
                  <a:pt x="1952" y="11655"/>
                </a:lnTo>
                <a:lnTo>
                  <a:pt x="1925" y="11995"/>
                </a:lnTo>
                <a:lnTo>
                  <a:pt x="1898" y="12336"/>
                </a:lnTo>
                <a:lnTo>
                  <a:pt x="1863" y="12676"/>
                </a:lnTo>
                <a:lnTo>
                  <a:pt x="1822" y="13017"/>
                </a:lnTo>
                <a:lnTo>
                  <a:pt x="1781" y="13349"/>
                </a:lnTo>
                <a:lnTo>
                  <a:pt x="1733" y="13689"/>
                </a:lnTo>
                <a:lnTo>
                  <a:pt x="1678" y="14022"/>
                </a:lnTo>
                <a:lnTo>
                  <a:pt x="1624" y="14354"/>
                </a:lnTo>
                <a:lnTo>
                  <a:pt x="1562" y="14686"/>
                </a:lnTo>
                <a:lnTo>
                  <a:pt x="1500" y="15011"/>
                </a:lnTo>
                <a:lnTo>
                  <a:pt x="1432" y="15335"/>
                </a:lnTo>
                <a:lnTo>
                  <a:pt x="1356" y="15659"/>
                </a:lnTo>
                <a:lnTo>
                  <a:pt x="1274" y="15983"/>
                </a:lnTo>
                <a:lnTo>
                  <a:pt x="1199" y="16299"/>
                </a:lnTo>
                <a:lnTo>
                  <a:pt x="1110" y="16615"/>
                </a:lnTo>
                <a:lnTo>
                  <a:pt x="1021" y="16931"/>
                </a:lnTo>
                <a:lnTo>
                  <a:pt x="925" y="17239"/>
                </a:lnTo>
                <a:lnTo>
                  <a:pt x="829" y="17547"/>
                </a:lnTo>
                <a:lnTo>
                  <a:pt x="719" y="17847"/>
                </a:lnTo>
                <a:lnTo>
                  <a:pt x="617" y="18147"/>
                </a:lnTo>
                <a:lnTo>
                  <a:pt x="473" y="18488"/>
                </a:lnTo>
                <a:lnTo>
                  <a:pt x="322" y="18828"/>
                </a:lnTo>
                <a:lnTo>
                  <a:pt x="164" y="19168"/>
                </a:lnTo>
                <a:lnTo>
                  <a:pt x="0" y="19501"/>
                </a:lnTo>
                <a:lnTo>
                  <a:pt x="0" y="19752"/>
                </a:lnTo>
                <a:lnTo>
                  <a:pt x="199" y="19363"/>
                </a:lnTo>
                <a:lnTo>
                  <a:pt x="384" y="18982"/>
                </a:lnTo>
                <a:lnTo>
                  <a:pt x="555" y="18593"/>
                </a:lnTo>
                <a:lnTo>
                  <a:pt x="713" y="18204"/>
                </a:lnTo>
                <a:lnTo>
                  <a:pt x="822" y="17896"/>
                </a:lnTo>
                <a:lnTo>
                  <a:pt x="925" y="17596"/>
                </a:lnTo>
                <a:lnTo>
                  <a:pt x="1028" y="17288"/>
                </a:lnTo>
                <a:lnTo>
                  <a:pt x="1123" y="16972"/>
                </a:lnTo>
                <a:lnTo>
                  <a:pt x="1213" y="16656"/>
                </a:lnTo>
                <a:lnTo>
                  <a:pt x="1302" y="16340"/>
                </a:lnTo>
                <a:lnTo>
                  <a:pt x="1384" y="16024"/>
                </a:lnTo>
                <a:lnTo>
                  <a:pt x="1459" y="15700"/>
                </a:lnTo>
                <a:lnTo>
                  <a:pt x="1535" y="15375"/>
                </a:lnTo>
                <a:lnTo>
                  <a:pt x="1603" y="15043"/>
                </a:lnTo>
                <a:lnTo>
                  <a:pt x="1672" y="14711"/>
                </a:lnTo>
                <a:lnTo>
                  <a:pt x="1733" y="14378"/>
                </a:lnTo>
                <a:lnTo>
                  <a:pt x="1788" y="14046"/>
                </a:lnTo>
                <a:lnTo>
                  <a:pt x="1836" y="13714"/>
                </a:lnTo>
                <a:lnTo>
                  <a:pt x="1884" y="13373"/>
                </a:lnTo>
                <a:lnTo>
                  <a:pt x="1932" y="13033"/>
                </a:lnTo>
                <a:lnTo>
                  <a:pt x="1966" y="12693"/>
                </a:lnTo>
                <a:lnTo>
                  <a:pt x="2000" y="12352"/>
                </a:lnTo>
                <a:lnTo>
                  <a:pt x="2035" y="12012"/>
                </a:lnTo>
                <a:lnTo>
                  <a:pt x="2062" y="11663"/>
                </a:lnTo>
                <a:lnTo>
                  <a:pt x="2083" y="11315"/>
                </a:lnTo>
                <a:lnTo>
                  <a:pt x="2096" y="10974"/>
                </a:lnTo>
                <a:lnTo>
                  <a:pt x="2110" y="10626"/>
                </a:lnTo>
                <a:lnTo>
                  <a:pt x="2117" y="10277"/>
                </a:lnTo>
                <a:lnTo>
                  <a:pt x="2117" y="9580"/>
                </a:lnTo>
                <a:lnTo>
                  <a:pt x="2110" y="9232"/>
                </a:lnTo>
                <a:lnTo>
                  <a:pt x="2103" y="8883"/>
                </a:lnTo>
                <a:lnTo>
                  <a:pt x="2089" y="8535"/>
                </a:lnTo>
                <a:lnTo>
                  <a:pt x="2069" y="8186"/>
                </a:lnTo>
                <a:lnTo>
                  <a:pt x="2042" y="7838"/>
                </a:lnTo>
                <a:lnTo>
                  <a:pt x="2014" y="7489"/>
                </a:lnTo>
                <a:lnTo>
                  <a:pt x="1973" y="7100"/>
                </a:lnTo>
                <a:lnTo>
                  <a:pt x="2398" y="7051"/>
                </a:lnTo>
                <a:lnTo>
                  <a:pt x="2829" y="7019"/>
                </a:lnTo>
                <a:lnTo>
                  <a:pt x="3261" y="7003"/>
                </a:lnTo>
                <a:lnTo>
                  <a:pt x="3693" y="7011"/>
                </a:lnTo>
                <a:lnTo>
                  <a:pt x="4124" y="7027"/>
                </a:lnTo>
                <a:lnTo>
                  <a:pt x="4563" y="7076"/>
                </a:lnTo>
                <a:lnTo>
                  <a:pt x="5001" y="7132"/>
                </a:lnTo>
                <a:lnTo>
                  <a:pt x="5439" y="7214"/>
                </a:lnTo>
                <a:lnTo>
                  <a:pt x="5857" y="7303"/>
                </a:lnTo>
                <a:lnTo>
                  <a:pt x="6275" y="7416"/>
                </a:lnTo>
                <a:lnTo>
                  <a:pt x="6700" y="7538"/>
                </a:lnTo>
                <a:lnTo>
                  <a:pt x="7125" y="7684"/>
                </a:lnTo>
                <a:lnTo>
                  <a:pt x="7549" y="7846"/>
                </a:lnTo>
                <a:lnTo>
                  <a:pt x="7981" y="8024"/>
                </a:lnTo>
                <a:lnTo>
                  <a:pt x="8406" y="8210"/>
                </a:lnTo>
                <a:lnTo>
                  <a:pt x="8837" y="8421"/>
                </a:lnTo>
                <a:lnTo>
                  <a:pt x="9269" y="8648"/>
                </a:lnTo>
                <a:lnTo>
                  <a:pt x="9700" y="8891"/>
                </a:lnTo>
                <a:lnTo>
                  <a:pt x="10132" y="9159"/>
                </a:lnTo>
                <a:lnTo>
                  <a:pt x="10564" y="9434"/>
                </a:lnTo>
                <a:lnTo>
                  <a:pt x="11002" y="9726"/>
                </a:lnTo>
                <a:lnTo>
                  <a:pt x="11434" y="10034"/>
                </a:lnTo>
                <a:lnTo>
                  <a:pt x="11872" y="10358"/>
                </a:lnTo>
                <a:lnTo>
                  <a:pt x="12311" y="10699"/>
                </a:lnTo>
                <a:lnTo>
                  <a:pt x="12660" y="10990"/>
                </a:lnTo>
                <a:lnTo>
                  <a:pt x="13009" y="11282"/>
                </a:lnTo>
                <a:lnTo>
                  <a:pt x="13359" y="11590"/>
                </a:lnTo>
                <a:lnTo>
                  <a:pt x="13708" y="11906"/>
                </a:lnTo>
                <a:lnTo>
                  <a:pt x="14057" y="12231"/>
                </a:lnTo>
                <a:lnTo>
                  <a:pt x="14407" y="12571"/>
                </a:lnTo>
                <a:lnTo>
                  <a:pt x="14756" y="12911"/>
                </a:lnTo>
                <a:lnTo>
                  <a:pt x="15106" y="13268"/>
                </a:lnTo>
                <a:lnTo>
                  <a:pt x="15455" y="13641"/>
                </a:lnTo>
                <a:lnTo>
                  <a:pt x="15804" y="14014"/>
                </a:lnTo>
                <a:lnTo>
                  <a:pt x="16154" y="14395"/>
                </a:lnTo>
                <a:lnTo>
                  <a:pt x="16503" y="14792"/>
                </a:lnTo>
                <a:lnTo>
                  <a:pt x="16846" y="15197"/>
                </a:lnTo>
                <a:lnTo>
                  <a:pt x="17195" y="15610"/>
                </a:lnTo>
                <a:lnTo>
                  <a:pt x="17544" y="16032"/>
                </a:lnTo>
                <a:lnTo>
                  <a:pt x="17887" y="16469"/>
                </a:lnTo>
                <a:lnTo>
                  <a:pt x="18428" y="17167"/>
                </a:lnTo>
                <a:lnTo>
                  <a:pt x="18949" y="17864"/>
                </a:lnTo>
                <a:lnTo>
                  <a:pt x="19435" y="18544"/>
                </a:lnTo>
                <a:lnTo>
                  <a:pt x="19901" y="19209"/>
                </a:lnTo>
                <a:lnTo>
                  <a:pt x="20339" y="19849"/>
                </a:lnTo>
                <a:lnTo>
                  <a:pt x="20744" y="20465"/>
                </a:lnTo>
                <a:lnTo>
                  <a:pt x="21120" y="21049"/>
                </a:lnTo>
                <a:lnTo>
                  <a:pt x="21463" y="21600"/>
                </a:lnTo>
                <a:lnTo>
                  <a:pt x="21600" y="21600"/>
                </a:lnTo>
                <a:lnTo>
                  <a:pt x="21251" y="21041"/>
                </a:lnTo>
                <a:lnTo>
                  <a:pt x="20874" y="20449"/>
                </a:lnTo>
                <a:lnTo>
                  <a:pt x="20463" y="19825"/>
                </a:lnTo>
                <a:lnTo>
                  <a:pt x="20017" y="19177"/>
                </a:lnTo>
                <a:lnTo>
                  <a:pt x="19552" y="18496"/>
                </a:lnTo>
                <a:lnTo>
                  <a:pt x="19052" y="17807"/>
                </a:lnTo>
                <a:lnTo>
                  <a:pt x="18524" y="17094"/>
                </a:lnTo>
                <a:lnTo>
                  <a:pt x="17969" y="16380"/>
                </a:lnTo>
                <a:lnTo>
                  <a:pt x="17620" y="15951"/>
                </a:lnTo>
                <a:lnTo>
                  <a:pt x="17277" y="15521"/>
                </a:lnTo>
                <a:lnTo>
                  <a:pt x="16928" y="15108"/>
                </a:lnTo>
                <a:lnTo>
                  <a:pt x="16578" y="14703"/>
                </a:lnTo>
                <a:lnTo>
                  <a:pt x="16229" y="14305"/>
                </a:lnTo>
                <a:lnTo>
                  <a:pt x="15880" y="13916"/>
                </a:lnTo>
                <a:lnTo>
                  <a:pt x="15530" y="13544"/>
                </a:lnTo>
                <a:lnTo>
                  <a:pt x="15181" y="13171"/>
                </a:lnTo>
                <a:lnTo>
                  <a:pt x="14832" y="12814"/>
                </a:lnTo>
                <a:lnTo>
                  <a:pt x="14475" y="12466"/>
                </a:lnTo>
                <a:lnTo>
                  <a:pt x="14126" y="12133"/>
                </a:lnTo>
                <a:lnTo>
                  <a:pt x="13777" y="11801"/>
                </a:lnTo>
                <a:lnTo>
                  <a:pt x="13420" y="11485"/>
                </a:lnTo>
                <a:lnTo>
                  <a:pt x="13071" y="11177"/>
                </a:lnTo>
                <a:lnTo>
                  <a:pt x="12722" y="10885"/>
                </a:lnTo>
                <a:lnTo>
                  <a:pt x="12372" y="10593"/>
                </a:lnTo>
                <a:lnTo>
                  <a:pt x="11934" y="10253"/>
                </a:lnTo>
                <a:lnTo>
                  <a:pt x="11495" y="9921"/>
                </a:lnTo>
                <a:lnTo>
                  <a:pt x="11057" y="9613"/>
                </a:lnTo>
                <a:lnTo>
                  <a:pt x="10618" y="9321"/>
                </a:lnTo>
                <a:lnTo>
                  <a:pt x="10180" y="9037"/>
                </a:lnTo>
                <a:lnTo>
                  <a:pt x="9748" y="8778"/>
                </a:lnTo>
                <a:lnTo>
                  <a:pt x="9310" y="8535"/>
                </a:lnTo>
                <a:lnTo>
                  <a:pt x="8878" y="8308"/>
                </a:lnTo>
                <a:lnTo>
                  <a:pt x="8447" y="8089"/>
                </a:lnTo>
                <a:lnTo>
                  <a:pt x="8015" y="7894"/>
                </a:lnTo>
                <a:lnTo>
                  <a:pt x="7584" y="7724"/>
                </a:lnTo>
                <a:lnTo>
                  <a:pt x="7152" y="7562"/>
                </a:lnTo>
                <a:lnTo>
                  <a:pt x="6727" y="7416"/>
                </a:lnTo>
                <a:lnTo>
                  <a:pt x="6303" y="7286"/>
                </a:lnTo>
                <a:lnTo>
                  <a:pt x="5878" y="7181"/>
                </a:lnTo>
                <a:lnTo>
                  <a:pt x="5453" y="7084"/>
                </a:lnTo>
                <a:lnTo>
                  <a:pt x="5015" y="7003"/>
                </a:lnTo>
                <a:lnTo>
                  <a:pt x="4569" y="6946"/>
                </a:lnTo>
                <a:lnTo>
                  <a:pt x="4131" y="6897"/>
                </a:lnTo>
                <a:lnTo>
                  <a:pt x="3693" y="6881"/>
                </a:lnTo>
                <a:lnTo>
                  <a:pt x="3261" y="6873"/>
                </a:lnTo>
                <a:lnTo>
                  <a:pt x="2822" y="6889"/>
                </a:lnTo>
                <a:lnTo>
                  <a:pt x="2391" y="6922"/>
                </a:lnTo>
                <a:lnTo>
                  <a:pt x="1959" y="6970"/>
                </a:lnTo>
                <a:lnTo>
                  <a:pt x="1898" y="6484"/>
                </a:lnTo>
                <a:lnTo>
                  <a:pt x="1836" y="6006"/>
                </a:lnTo>
                <a:lnTo>
                  <a:pt x="1754" y="5528"/>
                </a:lnTo>
                <a:lnTo>
                  <a:pt x="1672" y="5058"/>
                </a:lnTo>
                <a:lnTo>
                  <a:pt x="1576" y="4596"/>
                </a:lnTo>
                <a:lnTo>
                  <a:pt x="1473" y="4134"/>
                </a:lnTo>
                <a:lnTo>
                  <a:pt x="1363" y="3688"/>
                </a:lnTo>
                <a:lnTo>
                  <a:pt x="1240" y="3242"/>
                </a:lnTo>
                <a:lnTo>
                  <a:pt x="1117" y="2812"/>
                </a:lnTo>
                <a:lnTo>
                  <a:pt x="980" y="2383"/>
                </a:lnTo>
                <a:lnTo>
                  <a:pt x="836" y="1961"/>
                </a:lnTo>
                <a:lnTo>
                  <a:pt x="685" y="1548"/>
                </a:lnTo>
                <a:lnTo>
                  <a:pt x="521" y="1151"/>
                </a:lnTo>
                <a:lnTo>
                  <a:pt x="356" y="754"/>
                </a:lnTo>
                <a:lnTo>
                  <a:pt x="185" y="3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5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11414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4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1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9600549"/>
            <a:ext cx="2231401" cy="622801"/>
          </a:xfrm>
          <a:prstGeom prst="rect">
            <a:avLst/>
          </a:prstGeom>
        </p:spPr>
        <p:txBody>
          <a:bodyPr lIns="182849" tIns="182849" rIns="182849" bIns="182849"/>
          <a:lstStyle>
            <a:lvl1pPr marL="381000" indent="-304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381000" indent="1524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381000" indent="6096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381000" indent="1066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81000" indent="15240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237899" y="3486756"/>
            <a:ext cx="8593201" cy="6126601"/>
          </a:xfrm>
          <a:prstGeom prst="rect">
            <a:avLst/>
          </a:prstGeom>
        </p:spPr>
        <p:txBody>
          <a:bodyPr lIns="182849" tIns="182849" rIns="182849" bIns="182849"/>
          <a:lstStyle>
            <a:lvl1pPr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Font typeface="Helvetica"/>
              <a:buChar char="●"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4318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Font typeface="Helvetica"/>
              <a:buChar char="○"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4318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Font typeface="Helvetica"/>
              <a:buChar char="■"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4318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Font typeface="Helvetica"/>
              <a:buChar char="●"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4318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Font typeface="Helvetica"/>
              <a:buChar char="○"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4" name="Title Text"/>
          <p:cNvSpPr txBox="1">
            <a:spLocks noGrp="1"/>
          </p:cNvSpPr>
          <p:nvPr>
            <p:ph type="title"/>
          </p:nvPr>
        </p:nvSpPr>
        <p:spPr>
          <a:xfrm>
            <a:off x="457200" y="3486756"/>
            <a:ext cx="8593201" cy="1175401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4800" b="1">
                <a:solidFill>
                  <a:srgbClr val="30E8B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2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175;p22" descr="Google Shape;175;p22"/>
          <p:cNvPicPr>
            <a:picLocks noChangeAspect="1"/>
          </p:cNvPicPr>
          <p:nvPr/>
        </p:nvPicPr>
        <p:blipFill>
          <a:blip r:embed="rId2"/>
          <a:srcRect t="51307" r="54483"/>
          <a:stretch>
            <a:fillRect/>
          </a:stretch>
        </p:blipFill>
        <p:spPr>
          <a:xfrm>
            <a:off x="13605600" y="-18495"/>
            <a:ext cx="4682402" cy="5008901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Title Text"/>
          <p:cNvSpPr txBox="1">
            <a:spLocks noGrp="1"/>
          </p:cNvSpPr>
          <p:nvPr>
            <p:ph type="title"/>
          </p:nvPr>
        </p:nvSpPr>
        <p:spPr>
          <a:xfrm>
            <a:off x="2498100" y="2498551"/>
            <a:ext cx="13291800" cy="5686201"/>
          </a:xfrm>
          <a:prstGeom prst="rect">
            <a:avLst/>
          </a:prstGeom>
        </p:spPr>
        <p:txBody>
          <a:bodyPr lIns="182849" tIns="182849" rIns="182849" bIns="182849"/>
          <a:lstStyle>
            <a:lvl1pPr>
              <a:lnSpc>
                <a:spcPct val="90000"/>
              </a:lnSpc>
              <a:defRPr sz="5400">
                <a:solidFill>
                  <a:srgbClr val="1F1F1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214" name="Google Shape;177;p22"/>
          <p:cNvSpPr/>
          <p:nvPr/>
        </p:nvSpPr>
        <p:spPr>
          <a:xfrm>
            <a:off x="13449439" y="-97"/>
            <a:ext cx="4838721" cy="37290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8" y="290"/>
                </a:lnTo>
                <a:lnTo>
                  <a:pt x="383" y="786"/>
                </a:lnTo>
                <a:lnTo>
                  <a:pt x="681" y="1352"/>
                </a:lnTo>
                <a:lnTo>
                  <a:pt x="1021" y="1986"/>
                </a:lnTo>
                <a:lnTo>
                  <a:pt x="1414" y="2662"/>
                </a:lnTo>
                <a:lnTo>
                  <a:pt x="1860" y="3407"/>
                </a:lnTo>
                <a:lnTo>
                  <a:pt x="2370" y="4193"/>
                </a:lnTo>
                <a:lnTo>
                  <a:pt x="2934" y="5021"/>
                </a:lnTo>
                <a:lnTo>
                  <a:pt x="3242" y="5448"/>
                </a:lnTo>
                <a:lnTo>
                  <a:pt x="3561" y="5890"/>
                </a:lnTo>
                <a:lnTo>
                  <a:pt x="3933" y="6386"/>
                </a:lnTo>
                <a:lnTo>
                  <a:pt x="4316" y="6883"/>
                </a:lnTo>
                <a:lnTo>
                  <a:pt x="4709" y="7379"/>
                </a:lnTo>
                <a:lnTo>
                  <a:pt x="5113" y="7876"/>
                </a:lnTo>
                <a:lnTo>
                  <a:pt x="5528" y="8373"/>
                </a:lnTo>
                <a:lnTo>
                  <a:pt x="5942" y="8869"/>
                </a:lnTo>
                <a:lnTo>
                  <a:pt x="6378" y="9352"/>
                </a:lnTo>
                <a:lnTo>
                  <a:pt x="6824" y="9835"/>
                </a:lnTo>
                <a:lnTo>
                  <a:pt x="7271" y="10317"/>
                </a:lnTo>
                <a:lnTo>
                  <a:pt x="7728" y="10800"/>
                </a:lnTo>
                <a:lnTo>
                  <a:pt x="8206" y="11283"/>
                </a:lnTo>
                <a:lnTo>
                  <a:pt x="8685" y="11766"/>
                </a:lnTo>
                <a:lnTo>
                  <a:pt x="9663" y="12704"/>
                </a:lnTo>
                <a:lnTo>
                  <a:pt x="10173" y="13173"/>
                </a:lnTo>
                <a:lnTo>
                  <a:pt x="10683" y="13642"/>
                </a:lnTo>
                <a:lnTo>
                  <a:pt x="11289" y="14166"/>
                </a:lnTo>
                <a:lnTo>
                  <a:pt x="11895" y="14704"/>
                </a:lnTo>
                <a:lnTo>
                  <a:pt x="12522" y="15214"/>
                </a:lnTo>
                <a:lnTo>
                  <a:pt x="13160" y="15738"/>
                </a:lnTo>
                <a:lnTo>
                  <a:pt x="13798" y="16248"/>
                </a:lnTo>
                <a:lnTo>
                  <a:pt x="14457" y="16758"/>
                </a:lnTo>
                <a:lnTo>
                  <a:pt x="15126" y="17269"/>
                </a:lnTo>
                <a:lnTo>
                  <a:pt x="15807" y="17766"/>
                </a:lnTo>
                <a:lnTo>
                  <a:pt x="16498" y="18262"/>
                </a:lnTo>
                <a:lnTo>
                  <a:pt x="17189" y="18758"/>
                </a:lnTo>
                <a:lnTo>
                  <a:pt x="17901" y="19242"/>
                </a:lnTo>
                <a:lnTo>
                  <a:pt x="18624" y="19724"/>
                </a:lnTo>
                <a:lnTo>
                  <a:pt x="19346" y="20193"/>
                </a:lnTo>
                <a:lnTo>
                  <a:pt x="20091" y="20676"/>
                </a:lnTo>
                <a:lnTo>
                  <a:pt x="20845" y="21131"/>
                </a:lnTo>
                <a:lnTo>
                  <a:pt x="21600" y="21600"/>
                </a:lnTo>
                <a:lnTo>
                  <a:pt x="21600" y="21352"/>
                </a:lnTo>
                <a:lnTo>
                  <a:pt x="20845" y="20897"/>
                </a:lnTo>
                <a:lnTo>
                  <a:pt x="20112" y="20427"/>
                </a:lnTo>
                <a:lnTo>
                  <a:pt x="19378" y="19973"/>
                </a:lnTo>
                <a:lnTo>
                  <a:pt x="18656" y="19490"/>
                </a:lnTo>
                <a:lnTo>
                  <a:pt x="17943" y="19021"/>
                </a:lnTo>
                <a:lnTo>
                  <a:pt x="17242" y="18538"/>
                </a:lnTo>
                <a:lnTo>
                  <a:pt x="16540" y="18042"/>
                </a:lnTo>
                <a:lnTo>
                  <a:pt x="15860" y="17558"/>
                </a:lnTo>
                <a:lnTo>
                  <a:pt x="15190" y="17062"/>
                </a:lnTo>
                <a:lnTo>
                  <a:pt x="14531" y="16566"/>
                </a:lnTo>
                <a:lnTo>
                  <a:pt x="13883" y="16055"/>
                </a:lnTo>
                <a:lnTo>
                  <a:pt x="13245" y="15545"/>
                </a:lnTo>
                <a:lnTo>
                  <a:pt x="12607" y="15035"/>
                </a:lnTo>
                <a:lnTo>
                  <a:pt x="11991" y="14510"/>
                </a:lnTo>
                <a:lnTo>
                  <a:pt x="11385" y="14000"/>
                </a:lnTo>
                <a:lnTo>
                  <a:pt x="10789" y="13462"/>
                </a:lnTo>
                <a:lnTo>
                  <a:pt x="10279" y="13007"/>
                </a:lnTo>
                <a:lnTo>
                  <a:pt x="9280" y="12069"/>
                </a:lnTo>
                <a:lnTo>
                  <a:pt x="8791" y="11600"/>
                </a:lnTo>
                <a:lnTo>
                  <a:pt x="8323" y="11117"/>
                </a:lnTo>
                <a:lnTo>
                  <a:pt x="7845" y="10648"/>
                </a:lnTo>
                <a:lnTo>
                  <a:pt x="7388" y="10166"/>
                </a:lnTo>
                <a:lnTo>
                  <a:pt x="6942" y="9683"/>
                </a:lnTo>
                <a:lnTo>
                  <a:pt x="6506" y="9200"/>
                </a:lnTo>
                <a:lnTo>
                  <a:pt x="6070" y="8717"/>
                </a:lnTo>
                <a:lnTo>
                  <a:pt x="5644" y="8221"/>
                </a:lnTo>
                <a:lnTo>
                  <a:pt x="5241" y="7738"/>
                </a:lnTo>
                <a:lnTo>
                  <a:pt x="4837" y="7242"/>
                </a:lnTo>
                <a:lnTo>
                  <a:pt x="4443" y="6745"/>
                </a:lnTo>
                <a:lnTo>
                  <a:pt x="4061" y="6248"/>
                </a:lnTo>
                <a:lnTo>
                  <a:pt x="3689" y="5752"/>
                </a:lnTo>
                <a:lnTo>
                  <a:pt x="3370" y="5310"/>
                </a:lnTo>
                <a:lnTo>
                  <a:pt x="3072" y="4883"/>
                </a:lnTo>
                <a:lnTo>
                  <a:pt x="2509" y="4069"/>
                </a:lnTo>
                <a:lnTo>
                  <a:pt x="2009" y="3283"/>
                </a:lnTo>
                <a:lnTo>
                  <a:pt x="1563" y="2552"/>
                </a:lnTo>
                <a:lnTo>
                  <a:pt x="1169" y="1876"/>
                </a:lnTo>
                <a:lnTo>
                  <a:pt x="829" y="1242"/>
                </a:lnTo>
                <a:lnTo>
                  <a:pt x="532" y="690"/>
                </a:lnTo>
                <a:lnTo>
                  <a:pt x="287" y="179"/>
                </a:lnTo>
                <a:lnTo>
                  <a:pt x="202" y="0"/>
                </a:lnTo>
                <a:close/>
              </a:path>
            </a:pathLst>
          </a:custGeom>
          <a:solidFill>
            <a:srgbClr val="454B4B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454B4B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15" name="Google Shape;178;p22"/>
          <p:cNvSpPr/>
          <p:nvPr/>
        </p:nvSpPr>
        <p:spPr>
          <a:xfrm>
            <a:off x="0" y="7384270"/>
            <a:ext cx="4679168" cy="2902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74" y="283"/>
                </a:moveTo>
                <a:lnTo>
                  <a:pt x="19116" y="301"/>
                </a:lnTo>
                <a:lnTo>
                  <a:pt x="19346" y="354"/>
                </a:lnTo>
                <a:lnTo>
                  <a:pt x="19567" y="425"/>
                </a:lnTo>
                <a:lnTo>
                  <a:pt x="19786" y="549"/>
                </a:lnTo>
                <a:lnTo>
                  <a:pt x="20006" y="691"/>
                </a:lnTo>
                <a:lnTo>
                  <a:pt x="20204" y="868"/>
                </a:lnTo>
                <a:lnTo>
                  <a:pt x="20402" y="1063"/>
                </a:lnTo>
                <a:lnTo>
                  <a:pt x="20589" y="1293"/>
                </a:lnTo>
                <a:lnTo>
                  <a:pt x="20720" y="1506"/>
                </a:lnTo>
                <a:lnTo>
                  <a:pt x="20842" y="1719"/>
                </a:lnTo>
                <a:lnTo>
                  <a:pt x="20952" y="1931"/>
                </a:lnTo>
                <a:lnTo>
                  <a:pt x="21050" y="2162"/>
                </a:lnTo>
                <a:lnTo>
                  <a:pt x="21138" y="2410"/>
                </a:lnTo>
                <a:lnTo>
                  <a:pt x="21215" y="2658"/>
                </a:lnTo>
                <a:lnTo>
                  <a:pt x="21281" y="2906"/>
                </a:lnTo>
                <a:lnTo>
                  <a:pt x="21336" y="3172"/>
                </a:lnTo>
                <a:lnTo>
                  <a:pt x="21380" y="3438"/>
                </a:lnTo>
                <a:lnTo>
                  <a:pt x="21402" y="3721"/>
                </a:lnTo>
                <a:lnTo>
                  <a:pt x="21424" y="3987"/>
                </a:lnTo>
                <a:lnTo>
                  <a:pt x="21424" y="4270"/>
                </a:lnTo>
                <a:lnTo>
                  <a:pt x="21413" y="4554"/>
                </a:lnTo>
                <a:lnTo>
                  <a:pt x="21391" y="4837"/>
                </a:lnTo>
                <a:lnTo>
                  <a:pt x="21358" y="5121"/>
                </a:lnTo>
                <a:lnTo>
                  <a:pt x="21314" y="5387"/>
                </a:lnTo>
                <a:lnTo>
                  <a:pt x="21259" y="5653"/>
                </a:lnTo>
                <a:lnTo>
                  <a:pt x="21193" y="5918"/>
                </a:lnTo>
                <a:lnTo>
                  <a:pt x="21105" y="6166"/>
                </a:lnTo>
                <a:lnTo>
                  <a:pt x="20929" y="6663"/>
                </a:lnTo>
                <a:lnTo>
                  <a:pt x="20819" y="6893"/>
                </a:lnTo>
                <a:lnTo>
                  <a:pt x="20578" y="7354"/>
                </a:lnTo>
                <a:lnTo>
                  <a:pt x="20435" y="7566"/>
                </a:lnTo>
                <a:lnTo>
                  <a:pt x="20292" y="7779"/>
                </a:lnTo>
                <a:lnTo>
                  <a:pt x="20138" y="7991"/>
                </a:lnTo>
                <a:lnTo>
                  <a:pt x="19973" y="8186"/>
                </a:lnTo>
                <a:lnTo>
                  <a:pt x="19797" y="8381"/>
                </a:lnTo>
                <a:lnTo>
                  <a:pt x="19621" y="8559"/>
                </a:lnTo>
                <a:lnTo>
                  <a:pt x="19424" y="8753"/>
                </a:lnTo>
                <a:lnTo>
                  <a:pt x="19226" y="8913"/>
                </a:lnTo>
                <a:lnTo>
                  <a:pt x="19017" y="9090"/>
                </a:lnTo>
                <a:lnTo>
                  <a:pt x="18577" y="9409"/>
                </a:lnTo>
                <a:lnTo>
                  <a:pt x="18335" y="9551"/>
                </a:lnTo>
                <a:lnTo>
                  <a:pt x="18093" y="9692"/>
                </a:lnTo>
                <a:lnTo>
                  <a:pt x="17851" y="9834"/>
                </a:lnTo>
                <a:lnTo>
                  <a:pt x="17324" y="10082"/>
                </a:lnTo>
                <a:lnTo>
                  <a:pt x="16763" y="10295"/>
                </a:lnTo>
                <a:lnTo>
                  <a:pt x="16181" y="10472"/>
                </a:lnTo>
                <a:lnTo>
                  <a:pt x="15565" y="10632"/>
                </a:lnTo>
                <a:lnTo>
                  <a:pt x="14917" y="10755"/>
                </a:lnTo>
                <a:lnTo>
                  <a:pt x="14268" y="10862"/>
                </a:lnTo>
                <a:lnTo>
                  <a:pt x="13631" y="10933"/>
                </a:lnTo>
                <a:lnTo>
                  <a:pt x="13631" y="10330"/>
                </a:lnTo>
                <a:lnTo>
                  <a:pt x="13642" y="9746"/>
                </a:lnTo>
                <a:lnTo>
                  <a:pt x="13675" y="9143"/>
                </a:lnTo>
                <a:lnTo>
                  <a:pt x="13730" y="8559"/>
                </a:lnTo>
                <a:lnTo>
                  <a:pt x="13806" y="7920"/>
                </a:lnTo>
                <a:lnTo>
                  <a:pt x="13916" y="7318"/>
                </a:lnTo>
                <a:lnTo>
                  <a:pt x="14037" y="6733"/>
                </a:lnTo>
                <a:lnTo>
                  <a:pt x="14180" y="6149"/>
                </a:lnTo>
                <a:lnTo>
                  <a:pt x="14356" y="5599"/>
                </a:lnTo>
                <a:lnTo>
                  <a:pt x="14543" y="5050"/>
                </a:lnTo>
                <a:lnTo>
                  <a:pt x="14741" y="4536"/>
                </a:lnTo>
                <a:lnTo>
                  <a:pt x="14972" y="4022"/>
                </a:lnTo>
                <a:lnTo>
                  <a:pt x="15214" y="3544"/>
                </a:lnTo>
                <a:lnTo>
                  <a:pt x="15477" y="3083"/>
                </a:lnTo>
                <a:lnTo>
                  <a:pt x="15763" y="2658"/>
                </a:lnTo>
                <a:lnTo>
                  <a:pt x="16060" y="2250"/>
                </a:lnTo>
                <a:lnTo>
                  <a:pt x="16378" y="1860"/>
                </a:lnTo>
                <a:lnTo>
                  <a:pt x="16708" y="1506"/>
                </a:lnTo>
                <a:lnTo>
                  <a:pt x="17049" y="1169"/>
                </a:lnTo>
                <a:lnTo>
                  <a:pt x="17412" y="868"/>
                </a:lnTo>
                <a:lnTo>
                  <a:pt x="17599" y="726"/>
                </a:lnTo>
                <a:lnTo>
                  <a:pt x="17786" y="620"/>
                </a:lnTo>
                <a:lnTo>
                  <a:pt x="17961" y="514"/>
                </a:lnTo>
                <a:lnTo>
                  <a:pt x="18148" y="425"/>
                </a:lnTo>
                <a:lnTo>
                  <a:pt x="18335" y="372"/>
                </a:lnTo>
                <a:lnTo>
                  <a:pt x="18511" y="319"/>
                </a:lnTo>
                <a:lnTo>
                  <a:pt x="18698" y="301"/>
                </a:lnTo>
                <a:lnTo>
                  <a:pt x="18874" y="283"/>
                </a:lnTo>
                <a:close/>
                <a:moveTo>
                  <a:pt x="18918" y="0"/>
                </a:moveTo>
                <a:lnTo>
                  <a:pt x="18698" y="18"/>
                </a:lnTo>
                <a:lnTo>
                  <a:pt x="18478" y="53"/>
                </a:lnTo>
                <a:lnTo>
                  <a:pt x="18247" y="106"/>
                </a:lnTo>
                <a:lnTo>
                  <a:pt x="18016" y="195"/>
                </a:lnTo>
                <a:lnTo>
                  <a:pt x="17797" y="301"/>
                </a:lnTo>
                <a:lnTo>
                  <a:pt x="17566" y="443"/>
                </a:lnTo>
                <a:lnTo>
                  <a:pt x="17335" y="602"/>
                </a:lnTo>
                <a:lnTo>
                  <a:pt x="16961" y="922"/>
                </a:lnTo>
                <a:lnTo>
                  <a:pt x="16609" y="1258"/>
                </a:lnTo>
                <a:lnTo>
                  <a:pt x="16269" y="1630"/>
                </a:lnTo>
                <a:lnTo>
                  <a:pt x="15950" y="2020"/>
                </a:lnTo>
                <a:lnTo>
                  <a:pt x="15642" y="2445"/>
                </a:lnTo>
                <a:lnTo>
                  <a:pt x="15356" y="2888"/>
                </a:lnTo>
                <a:lnTo>
                  <a:pt x="15081" y="3367"/>
                </a:lnTo>
                <a:lnTo>
                  <a:pt x="14829" y="3863"/>
                </a:lnTo>
                <a:lnTo>
                  <a:pt x="14598" y="4377"/>
                </a:lnTo>
                <a:lnTo>
                  <a:pt x="14389" y="4908"/>
                </a:lnTo>
                <a:lnTo>
                  <a:pt x="14191" y="5457"/>
                </a:lnTo>
                <a:lnTo>
                  <a:pt x="14026" y="6042"/>
                </a:lnTo>
                <a:lnTo>
                  <a:pt x="13872" y="6627"/>
                </a:lnTo>
                <a:lnTo>
                  <a:pt x="13740" y="7247"/>
                </a:lnTo>
                <a:lnTo>
                  <a:pt x="13642" y="7868"/>
                </a:lnTo>
                <a:lnTo>
                  <a:pt x="13553" y="8505"/>
                </a:lnTo>
                <a:lnTo>
                  <a:pt x="13499" y="9108"/>
                </a:lnTo>
                <a:lnTo>
                  <a:pt x="13466" y="9728"/>
                </a:lnTo>
                <a:lnTo>
                  <a:pt x="13455" y="10330"/>
                </a:lnTo>
                <a:lnTo>
                  <a:pt x="13466" y="10951"/>
                </a:lnTo>
                <a:lnTo>
                  <a:pt x="12641" y="11004"/>
                </a:lnTo>
                <a:lnTo>
                  <a:pt x="11839" y="11039"/>
                </a:lnTo>
                <a:lnTo>
                  <a:pt x="11069" y="11021"/>
                </a:lnTo>
                <a:lnTo>
                  <a:pt x="10322" y="10986"/>
                </a:lnTo>
                <a:lnTo>
                  <a:pt x="9607" y="10915"/>
                </a:lnTo>
                <a:lnTo>
                  <a:pt x="8915" y="10826"/>
                </a:lnTo>
                <a:lnTo>
                  <a:pt x="8244" y="10703"/>
                </a:lnTo>
                <a:lnTo>
                  <a:pt x="7607" y="10561"/>
                </a:lnTo>
                <a:lnTo>
                  <a:pt x="6991" y="10401"/>
                </a:lnTo>
                <a:lnTo>
                  <a:pt x="6409" y="10242"/>
                </a:lnTo>
                <a:lnTo>
                  <a:pt x="5848" y="10047"/>
                </a:lnTo>
                <a:lnTo>
                  <a:pt x="5320" y="9852"/>
                </a:lnTo>
                <a:lnTo>
                  <a:pt x="4815" y="9657"/>
                </a:lnTo>
                <a:lnTo>
                  <a:pt x="4342" y="9444"/>
                </a:lnTo>
                <a:lnTo>
                  <a:pt x="3891" y="9232"/>
                </a:lnTo>
                <a:lnTo>
                  <a:pt x="3473" y="9001"/>
                </a:lnTo>
                <a:lnTo>
                  <a:pt x="2869" y="8665"/>
                </a:lnTo>
                <a:lnTo>
                  <a:pt x="2297" y="8310"/>
                </a:lnTo>
                <a:lnTo>
                  <a:pt x="1781" y="7974"/>
                </a:lnTo>
                <a:lnTo>
                  <a:pt x="1319" y="7637"/>
                </a:lnTo>
                <a:lnTo>
                  <a:pt x="912" y="7300"/>
                </a:lnTo>
                <a:lnTo>
                  <a:pt x="561" y="6999"/>
                </a:lnTo>
                <a:lnTo>
                  <a:pt x="253" y="6733"/>
                </a:lnTo>
                <a:lnTo>
                  <a:pt x="0" y="6503"/>
                </a:lnTo>
                <a:lnTo>
                  <a:pt x="0" y="6822"/>
                </a:lnTo>
                <a:lnTo>
                  <a:pt x="264" y="7070"/>
                </a:lnTo>
                <a:lnTo>
                  <a:pt x="572" y="7336"/>
                </a:lnTo>
                <a:lnTo>
                  <a:pt x="923" y="7637"/>
                </a:lnTo>
                <a:lnTo>
                  <a:pt x="1330" y="7956"/>
                </a:lnTo>
                <a:lnTo>
                  <a:pt x="1781" y="8275"/>
                </a:lnTo>
                <a:lnTo>
                  <a:pt x="2286" y="8611"/>
                </a:lnTo>
                <a:lnTo>
                  <a:pt x="2825" y="8948"/>
                </a:lnTo>
                <a:lnTo>
                  <a:pt x="3419" y="9267"/>
                </a:lnTo>
                <a:lnTo>
                  <a:pt x="3836" y="9498"/>
                </a:lnTo>
                <a:lnTo>
                  <a:pt x="4287" y="9710"/>
                </a:lnTo>
                <a:lnTo>
                  <a:pt x="4760" y="9923"/>
                </a:lnTo>
                <a:lnTo>
                  <a:pt x="5265" y="10118"/>
                </a:lnTo>
                <a:lnTo>
                  <a:pt x="5804" y="10330"/>
                </a:lnTo>
                <a:lnTo>
                  <a:pt x="6365" y="10507"/>
                </a:lnTo>
                <a:lnTo>
                  <a:pt x="6958" y="10685"/>
                </a:lnTo>
                <a:lnTo>
                  <a:pt x="7574" y="10844"/>
                </a:lnTo>
                <a:lnTo>
                  <a:pt x="8222" y="10986"/>
                </a:lnTo>
                <a:lnTo>
                  <a:pt x="8893" y="11092"/>
                </a:lnTo>
                <a:lnTo>
                  <a:pt x="9585" y="11199"/>
                </a:lnTo>
                <a:lnTo>
                  <a:pt x="10311" y="11269"/>
                </a:lnTo>
                <a:lnTo>
                  <a:pt x="11069" y="11305"/>
                </a:lnTo>
                <a:lnTo>
                  <a:pt x="11839" y="11323"/>
                </a:lnTo>
                <a:lnTo>
                  <a:pt x="12641" y="11287"/>
                </a:lnTo>
                <a:lnTo>
                  <a:pt x="13477" y="11234"/>
                </a:lnTo>
                <a:lnTo>
                  <a:pt x="13509" y="11766"/>
                </a:lnTo>
                <a:lnTo>
                  <a:pt x="13553" y="12297"/>
                </a:lnTo>
                <a:lnTo>
                  <a:pt x="13620" y="12811"/>
                </a:lnTo>
                <a:lnTo>
                  <a:pt x="13707" y="13325"/>
                </a:lnTo>
                <a:lnTo>
                  <a:pt x="13828" y="13927"/>
                </a:lnTo>
                <a:lnTo>
                  <a:pt x="13971" y="14512"/>
                </a:lnTo>
                <a:lnTo>
                  <a:pt x="14136" y="15079"/>
                </a:lnTo>
                <a:lnTo>
                  <a:pt x="14312" y="15628"/>
                </a:lnTo>
                <a:lnTo>
                  <a:pt x="14521" y="16160"/>
                </a:lnTo>
                <a:lnTo>
                  <a:pt x="14741" y="16674"/>
                </a:lnTo>
                <a:lnTo>
                  <a:pt x="14983" y="17170"/>
                </a:lnTo>
                <a:lnTo>
                  <a:pt x="15257" y="17649"/>
                </a:lnTo>
                <a:lnTo>
                  <a:pt x="15510" y="18038"/>
                </a:lnTo>
                <a:lnTo>
                  <a:pt x="15807" y="18482"/>
                </a:lnTo>
                <a:lnTo>
                  <a:pt x="16181" y="18942"/>
                </a:lnTo>
                <a:lnTo>
                  <a:pt x="16599" y="19421"/>
                </a:lnTo>
                <a:lnTo>
                  <a:pt x="16840" y="19686"/>
                </a:lnTo>
                <a:lnTo>
                  <a:pt x="17104" y="19935"/>
                </a:lnTo>
                <a:lnTo>
                  <a:pt x="17379" y="20200"/>
                </a:lnTo>
                <a:lnTo>
                  <a:pt x="17665" y="20484"/>
                </a:lnTo>
                <a:lnTo>
                  <a:pt x="17984" y="20749"/>
                </a:lnTo>
                <a:lnTo>
                  <a:pt x="18313" y="21033"/>
                </a:lnTo>
                <a:lnTo>
                  <a:pt x="18676" y="21317"/>
                </a:lnTo>
                <a:lnTo>
                  <a:pt x="19050" y="21600"/>
                </a:lnTo>
                <a:lnTo>
                  <a:pt x="19478" y="21600"/>
                </a:lnTo>
                <a:lnTo>
                  <a:pt x="18885" y="21175"/>
                </a:lnTo>
                <a:lnTo>
                  <a:pt x="18313" y="20714"/>
                </a:lnTo>
                <a:lnTo>
                  <a:pt x="17742" y="20218"/>
                </a:lnTo>
                <a:lnTo>
                  <a:pt x="17203" y="19722"/>
                </a:lnTo>
                <a:lnTo>
                  <a:pt x="16939" y="19456"/>
                </a:lnTo>
                <a:lnTo>
                  <a:pt x="16686" y="19173"/>
                </a:lnTo>
                <a:lnTo>
                  <a:pt x="16445" y="18907"/>
                </a:lnTo>
                <a:lnTo>
                  <a:pt x="16203" y="18623"/>
                </a:lnTo>
                <a:lnTo>
                  <a:pt x="15983" y="18340"/>
                </a:lnTo>
                <a:lnTo>
                  <a:pt x="15774" y="18038"/>
                </a:lnTo>
                <a:lnTo>
                  <a:pt x="15565" y="17755"/>
                </a:lnTo>
                <a:lnTo>
                  <a:pt x="15378" y="17436"/>
                </a:lnTo>
                <a:lnTo>
                  <a:pt x="15125" y="16993"/>
                </a:lnTo>
                <a:lnTo>
                  <a:pt x="14884" y="16497"/>
                </a:lnTo>
                <a:lnTo>
                  <a:pt x="14664" y="16001"/>
                </a:lnTo>
                <a:lnTo>
                  <a:pt x="14466" y="15487"/>
                </a:lnTo>
                <a:lnTo>
                  <a:pt x="14290" y="14955"/>
                </a:lnTo>
                <a:lnTo>
                  <a:pt x="14136" y="14406"/>
                </a:lnTo>
                <a:lnTo>
                  <a:pt x="13993" y="13839"/>
                </a:lnTo>
                <a:lnTo>
                  <a:pt x="13872" y="13254"/>
                </a:lnTo>
                <a:lnTo>
                  <a:pt x="13795" y="12740"/>
                </a:lnTo>
                <a:lnTo>
                  <a:pt x="13730" y="12244"/>
                </a:lnTo>
                <a:lnTo>
                  <a:pt x="13686" y="11730"/>
                </a:lnTo>
                <a:lnTo>
                  <a:pt x="13652" y="11216"/>
                </a:lnTo>
                <a:lnTo>
                  <a:pt x="14290" y="11146"/>
                </a:lnTo>
                <a:lnTo>
                  <a:pt x="14938" y="11039"/>
                </a:lnTo>
                <a:lnTo>
                  <a:pt x="15301" y="10986"/>
                </a:lnTo>
                <a:lnTo>
                  <a:pt x="15642" y="10897"/>
                </a:lnTo>
                <a:lnTo>
                  <a:pt x="15983" y="10826"/>
                </a:lnTo>
                <a:lnTo>
                  <a:pt x="16323" y="10738"/>
                </a:lnTo>
                <a:lnTo>
                  <a:pt x="16961" y="10525"/>
                </a:lnTo>
                <a:lnTo>
                  <a:pt x="17258" y="10401"/>
                </a:lnTo>
                <a:lnTo>
                  <a:pt x="17555" y="10277"/>
                </a:lnTo>
                <a:lnTo>
                  <a:pt x="18126" y="9993"/>
                </a:lnTo>
                <a:lnTo>
                  <a:pt x="18390" y="9834"/>
                </a:lnTo>
                <a:lnTo>
                  <a:pt x="18643" y="9675"/>
                </a:lnTo>
                <a:lnTo>
                  <a:pt x="18896" y="9498"/>
                </a:lnTo>
                <a:lnTo>
                  <a:pt x="19138" y="9321"/>
                </a:lnTo>
                <a:lnTo>
                  <a:pt x="19369" y="9125"/>
                </a:lnTo>
                <a:lnTo>
                  <a:pt x="19588" y="8931"/>
                </a:lnTo>
                <a:lnTo>
                  <a:pt x="19764" y="8753"/>
                </a:lnTo>
                <a:lnTo>
                  <a:pt x="19940" y="8559"/>
                </a:lnTo>
                <a:lnTo>
                  <a:pt x="20105" y="8381"/>
                </a:lnTo>
                <a:lnTo>
                  <a:pt x="20259" y="8186"/>
                </a:lnTo>
                <a:lnTo>
                  <a:pt x="20413" y="7974"/>
                </a:lnTo>
                <a:lnTo>
                  <a:pt x="20545" y="7779"/>
                </a:lnTo>
                <a:lnTo>
                  <a:pt x="20676" y="7566"/>
                </a:lnTo>
                <a:lnTo>
                  <a:pt x="20809" y="7354"/>
                </a:lnTo>
                <a:lnTo>
                  <a:pt x="20918" y="7123"/>
                </a:lnTo>
                <a:lnTo>
                  <a:pt x="21028" y="6910"/>
                </a:lnTo>
                <a:lnTo>
                  <a:pt x="21127" y="6680"/>
                </a:lnTo>
                <a:lnTo>
                  <a:pt x="21215" y="6450"/>
                </a:lnTo>
                <a:lnTo>
                  <a:pt x="21292" y="6202"/>
                </a:lnTo>
                <a:lnTo>
                  <a:pt x="21369" y="5971"/>
                </a:lnTo>
                <a:lnTo>
                  <a:pt x="21424" y="5723"/>
                </a:lnTo>
                <a:lnTo>
                  <a:pt x="21479" y="5475"/>
                </a:lnTo>
                <a:lnTo>
                  <a:pt x="21534" y="5174"/>
                </a:lnTo>
                <a:lnTo>
                  <a:pt x="21567" y="4873"/>
                </a:lnTo>
                <a:lnTo>
                  <a:pt x="21589" y="4571"/>
                </a:lnTo>
                <a:lnTo>
                  <a:pt x="21600" y="4270"/>
                </a:lnTo>
                <a:lnTo>
                  <a:pt x="21600" y="3969"/>
                </a:lnTo>
                <a:lnTo>
                  <a:pt x="21578" y="3668"/>
                </a:lnTo>
                <a:lnTo>
                  <a:pt x="21545" y="3384"/>
                </a:lnTo>
                <a:lnTo>
                  <a:pt x="21512" y="3101"/>
                </a:lnTo>
                <a:lnTo>
                  <a:pt x="21446" y="2817"/>
                </a:lnTo>
                <a:lnTo>
                  <a:pt x="21380" y="2534"/>
                </a:lnTo>
                <a:lnTo>
                  <a:pt x="21303" y="2268"/>
                </a:lnTo>
                <a:lnTo>
                  <a:pt x="21204" y="2020"/>
                </a:lnTo>
                <a:lnTo>
                  <a:pt x="21094" y="1772"/>
                </a:lnTo>
                <a:lnTo>
                  <a:pt x="20973" y="1524"/>
                </a:lnTo>
                <a:lnTo>
                  <a:pt x="20842" y="1293"/>
                </a:lnTo>
                <a:lnTo>
                  <a:pt x="20699" y="1081"/>
                </a:lnTo>
                <a:lnTo>
                  <a:pt x="20534" y="868"/>
                </a:lnTo>
                <a:lnTo>
                  <a:pt x="20347" y="673"/>
                </a:lnTo>
                <a:lnTo>
                  <a:pt x="20160" y="496"/>
                </a:lnTo>
                <a:lnTo>
                  <a:pt x="19973" y="354"/>
                </a:lnTo>
                <a:lnTo>
                  <a:pt x="19764" y="230"/>
                </a:lnTo>
                <a:lnTo>
                  <a:pt x="19567" y="141"/>
                </a:lnTo>
                <a:lnTo>
                  <a:pt x="19358" y="71"/>
                </a:lnTo>
                <a:lnTo>
                  <a:pt x="19138" y="18"/>
                </a:lnTo>
                <a:lnTo>
                  <a:pt x="18918" y="0"/>
                </a:lnTo>
                <a:close/>
              </a:path>
            </a:pathLst>
          </a:custGeom>
          <a:solidFill>
            <a:srgbClr val="454B4B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454B4B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1_1_1_1_1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180;p23"/>
          <p:cNvSpPr/>
          <p:nvPr/>
        </p:nvSpPr>
        <p:spPr>
          <a:xfrm rot="5400000">
            <a:off x="-18353" y="2312533"/>
            <a:ext cx="7978201" cy="7978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553"/>
                </a:lnTo>
                <a:close/>
              </a:path>
            </a:pathLst>
          </a:custGeom>
          <a:gradFill>
            <a:gsLst>
              <a:gs pos="0">
                <a:srgbClr val="6AD1FA"/>
              </a:gs>
              <a:gs pos="64000">
                <a:srgbClr val="1F1F1F"/>
              </a:gs>
              <a:gs pos="100000">
                <a:srgbClr val="1F1F1F"/>
              </a:gs>
            </a:gsLst>
            <a:path path="circle">
              <a:fillToRect l="-19636" t="62278" r="119636" b="37721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800"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2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168850" y="1073100"/>
            <a:ext cx="808201" cy="800400"/>
          </a:xfrm>
          <a:prstGeom prst="rect">
            <a:avLst/>
          </a:prstGeom>
        </p:spPr>
        <p:txBody>
          <a:bodyPr lIns="182849" tIns="182849" rIns="182849" bIns="182849" anchor="ctr"/>
          <a:lstStyle>
            <a:lvl1pPr marL="381000" indent="-3048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200">
                <a:solidFill>
                  <a:srgbClr val="1F1F1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381000" indent="1524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200">
                <a:solidFill>
                  <a:srgbClr val="1F1F1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marL="381000" indent="6096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200">
                <a:solidFill>
                  <a:srgbClr val="1F1F1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marL="381000" indent="10668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200">
                <a:solidFill>
                  <a:srgbClr val="1F1F1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marL="381000" indent="15240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200">
                <a:solidFill>
                  <a:srgbClr val="1F1F1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25" name="Google Shape;187;p23" descr="Google Shape;187;p23"/>
          <p:cNvPicPr>
            <a:picLocks noChangeAspect="1"/>
          </p:cNvPicPr>
          <p:nvPr/>
        </p:nvPicPr>
        <p:blipFill>
          <a:blip r:embed="rId2"/>
          <a:srcRect l="57201" b="4753"/>
          <a:stretch>
            <a:fillRect/>
          </a:stretch>
        </p:blipFill>
        <p:spPr>
          <a:xfrm>
            <a:off x="-5802" y="2690039"/>
            <a:ext cx="3422852" cy="7617402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5852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2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1_1_1_1_1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04;p24" descr="Google Shape;204;p24"/>
          <p:cNvPicPr>
            <a:picLocks noChangeAspect="1"/>
          </p:cNvPicPr>
          <p:nvPr/>
        </p:nvPicPr>
        <p:blipFill>
          <a:blip r:embed="rId2"/>
          <a:srcRect t="21452"/>
          <a:stretch>
            <a:fillRect/>
          </a:stretch>
        </p:blipFill>
        <p:spPr>
          <a:xfrm>
            <a:off x="8122200" y="0"/>
            <a:ext cx="8272201" cy="6497454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Google Shape;205;p24"/>
          <p:cNvSpPr/>
          <p:nvPr/>
        </p:nvSpPr>
        <p:spPr>
          <a:xfrm rot="16200000" flipH="1">
            <a:off x="10303233" y="2323219"/>
            <a:ext cx="7978200" cy="7978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553"/>
                </a:lnTo>
                <a:close/>
              </a:path>
            </a:pathLst>
          </a:custGeom>
          <a:gradFill>
            <a:gsLst>
              <a:gs pos="0">
                <a:srgbClr val="6AD1FA"/>
              </a:gs>
              <a:gs pos="64000">
                <a:srgbClr val="1F1F1F"/>
              </a:gs>
              <a:gs pos="100000">
                <a:srgbClr val="1F1F1F"/>
              </a:gs>
            </a:gsLst>
            <a:path path="circle">
              <a:fillToRect l="62278" t="119636" r="37721" b="-19636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8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36" name="Google Shape;206;p24"/>
          <p:cNvSpPr/>
          <p:nvPr/>
        </p:nvSpPr>
        <p:spPr>
          <a:xfrm>
            <a:off x="9200063" y="-100"/>
            <a:ext cx="7946241" cy="102869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078" y="0"/>
                </a:moveTo>
                <a:lnTo>
                  <a:pt x="8699" y="415"/>
                </a:lnTo>
                <a:lnTo>
                  <a:pt x="9392" y="885"/>
                </a:lnTo>
                <a:lnTo>
                  <a:pt x="10156" y="1410"/>
                </a:lnTo>
                <a:lnTo>
                  <a:pt x="10972" y="1975"/>
                </a:lnTo>
                <a:lnTo>
                  <a:pt x="11826" y="2580"/>
                </a:lnTo>
                <a:lnTo>
                  <a:pt x="12713" y="3215"/>
                </a:lnTo>
                <a:lnTo>
                  <a:pt x="13612" y="3875"/>
                </a:lnTo>
                <a:lnTo>
                  <a:pt x="14512" y="4550"/>
                </a:lnTo>
                <a:lnTo>
                  <a:pt x="15334" y="5180"/>
                </a:lnTo>
                <a:lnTo>
                  <a:pt x="16111" y="5785"/>
                </a:lnTo>
                <a:lnTo>
                  <a:pt x="16829" y="6370"/>
                </a:lnTo>
                <a:lnTo>
                  <a:pt x="17172" y="6650"/>
                </a:lnTo>
                <a:lnTo>
                  <a:pt x="17503" y="6925"/>
                </a:lnTo>
                <a:lnTo>
                  <a:pt x="17820" y="7200"/>
                </a:lnTo>
                <a:lnTo>
                  <a:pt x="18124" y="7465"/>
                </a:lnTo>
                <a:lnTo>
                  <a:pt x="18415" y="7720"/>
                </a:lnTo>
                <a:lnTo>
                  <a:pt x="18694" y="7975"/>
                </a:lnTo>
                <a:lnTo>
                  <a:pt x="18959" y="8220"/>
                </a:lnTo>
                <a:lnTo>
                  <a:pt x="19211" y="8460"/>
                </a:lnTo>
                <a:lnTo>
                  <a:pt x="19451" y="8695"/>
                </a:lnTo>
                <a:lnTo>
                  <a:pt x="19677" y="8925"/>
                </a:lnTo>
                <a:lnTo>
                  <a:pt x="19943" y="9195"/>
                </a:lnTo>
                <a:lnTo>
                  <a:pt x="20189" y="9460"/>
                </a:lnTo>
                <a:lnTo>
                  <a:pt x="20409" y="9715"/>
                </a:lnTo>
                <a:lnTo>
                  <a:pt x="20610" y="9955"/>
                </a:lnTo>
                <a:lnTo>
                  <a:pt x="20791" y="10190"/>
                </a:lnTo>
                <a:lnTo>
                  <a:pt x="20953" y="10415"/>
                </a:lnTo>
                <a:lnTo>
                  <a:pt x="21089" y="10625"/>
                </a:lnTo>
                <a:lnTo>
                  <a:pt x="21212" y="10825"/>
                </a:lnTo>
                <a:lnTo>
                  <a:pt x="21309" y="11020"/>
                </a:lnTo>
                <a:lnTo>
                  <a:pt x="21386" y="11200"/>
                </a:lnTo>
                <a:lnTo>
                  <a:pt x="21419" y="11285"/>
                </a:lnTo>
                <a:lnTo>
                  <a:pt x="21445" y="11370"/>
                </a:lnTo>
                <a:lnTo>
                  <a:pt x="21464" y="11455"/>
                </a:lnTo>
                <a:lnTo>
                  <a:pt x="21483" y="11530"/>
                </a:lnTo>
                <a:lnTo>
                  <a:pt x="21490" y="11610"/>
                </a:lnTo>
                <a:lnTo>
                  <a:pt x="21496" y="11680"/>
                </a:lnTo>
                <a:lnTo>
                  <a:pt x="21496" y="11755"/>
                </a:lnTo>
                <a:lnTo>
                  <a:pt x="21490" y="11820"/>
                </a:lnTo>
                <a:lnTo>
                  <a:pt x="21483" y="11885"/>
                </a:lnTo>
                <a:lnTo>
                  <a:pt x="21464" y="11950"/>
                </a:lnTo>
                <a:lnTo>
                  <a:pt x="21445" y="12010"/>
                </a:lnTo>
                <a:lnTo>
                  <a:pt x="21419" y="12065"/>
                </a:lnTo>
                <a:lnTo>
                  <a:pt x="21373" y="12150"/>
                </a:lnTo>
                <a:lnTo>
                  <a:pt x="21309" y="12225"/>
                </a:lnTo>
                <a:lnTo>
                  <a:pt x="21237" y="12295"/>
                </a:lnTo>
                <a:lnTo>
                  <a:pt x="21153" y="12355"/>
                </a:lnTo>
                <a:lnTo>
                  <a:pt x="21056" y="12415"/>
                </a:lnTo>
                <a:lnTo>
                  <a:pt x="20946" y="12465"/>
                </a:lnTo>
                <a:lnTo>
                  <a:pt x="20830" y="12510"/>
                </a:lnTo>
                <a:lnTo>
                  <a:pt x="20700" y="12550"/>
                </a:lnTo>
                <a:lnTo>
                  <a:pt x="20551" y="12585"/>
                </a:lnTo>
                <a:lnTo>
                  <a:pt x="20396" y="12615"/>
                </a:lnTo>
                <a:lnTo>
                  <a:pt x="20234" y="12640"/>
                </a:lnTo>
                <a:lnTo>
                  <a:pt x="20053" y="12655"/>
                </a:lnTo>
                <a:lnTo>
                  <a:pt x="19865" y="12665"/>
                </a:lnTo>
                <a:lnTo>
                  <a:pt x="19658" y="12670"/>
                </a:lnTo>
                <a:lnTo>
                  <a:pt x="19445" y="12670"/>
                </a:lnTo>
                <a:lnTo>
                  <a:pt x="19224" y="12665"/>
                </a:lnTo>
                <a:lnTo>
                  <a:pt x="16972" y="12565"/>
                </a:lnTo>
                <a:lnTo>
                  <a:pt x="15613" y="12505"/>
                </a:lnTo>
                <a:lnTo>
                  <a:pt x="14227" y="12450"/>
                </a:lnTo>
                <a:lnTo>
                  <a:pt x="12829" y="12395"/>
                </a:lnTo>
                <a:lnTo>
                  <a:pt x="11431" y="12350"/>
                </a:lnTo>
                <a:lnTo>
                  <a:pt x="10046" y="12310"/>
                </a:lnTo>
                <a:lnTo>
                  <a:pt x="9366" y="12300"/>
                </a:lnTo>
                <a:lnTo>
                  <a:pt x="8693" y="12290"/>
                </a:lnTo>
                <a:lnTo>
                  <a:pt x="8033" y="12280"/>
                </a:lnTo>
                <a:lnTo>
                  <a:pt x="7392" y="12280"/>
                </a:lnTo>
                <a:lnTo>
                  <a:pt x="6758" y="12285"/>
                </a:lnTo>
                <a:lnTo>
                  <a:pt x="6143" y="12295"/>
                </a:lnTo>
                <a:lnTo>
                  <a:pt x="5502" y="12310"/>
                </a:lnTo>
                <a:lnTo>
                  <a:pt x="4900" y="12330"/>
                </a:lnTo>
                <a:lnTo>
                  <a:pt x="4337" y="12360"/>
                </a:lnTo>
                <a:lnTo>
                  <a:pt x="3813" y="12395"/>
                </a:lnTo>
                <a:lnTo>
                  <a:pt x="3321" y="12435"/>
                </a:lnTo>
                <a:lnTo>
                  <a:pt x="2861" y="12485"/>
                </a:lnTo>
                <a:lnTo>
                  <a:pt x="2440" y="12540"/>
                </a:lnTo>
                <a:lnTo>
                  <a:pt x="2052" y="12600"/>
                </a:lnTo>
                <a:lnTo>
                  <a:pt x="1838" y="12640"/>
                </a:lnTo>
                <a:lnTo>
                  <a:pt x="1644" y="12680"/>
                </a:lnTo>
                <a:lnTo>
                  <a:pt x="1456" y="12725"/>
                </a:lnTo>
                <a:lnTo>
                  <a:pt x="1282" y="12770"/>
                </a:lnTo>
                <a:lnTo>
                  <a:pt x="1120" y="12815"/>
                </a:lnTo>
                <a:lnTo>
                  <a:pt x="964" y="12865"/>
                </a:lnTo>
                <a:lnTo>
                  <a:pt x="828" y="12915"/>
                </a:lnTo>
                <a:lnTo>
                  <a:pt x="699" y="12970"/>
                </a:lnTo>
                <a:lnTo>
                  <a:pt x="576" y="13025"/>
                </a:lnTo>
                <a:lnTo>
                  <a:pt x="473" y="13085"/>
                </a:lnTo>
                <a:lnTo>
                  <a:pt x="375" y="13145"/>
                </a:lnTo>
                <a:lnTo>
                  <a:pt x="291" y="13210"/>
                </a:lnTo>
                <a:lnTo>
                  <a:pt x="214" y="13275"/>
                </a:lnTo>
                <a:lnTo>
                  <a:pt x="155" y="13345"/>
                </a:lnTo>
                <a:lnTo>
                  <a:pt x="104" y="13415"/>
                </a:lnTo>
                <a:lnTo>
                  <a:pt x="58" y="13490"/>
                </a:lnTo>
                <a:lnTo>
                  <a:pt x="19" y="13590"/>
                </a:lnTo>
                <a:lnTo>
                  <a:pt x="13" y="13645"/>
                </a:lnTo>
                <a:lnTo>
                  <a:pt x="0" y="13755"/>
                </a:lnTo>
                <a:lnTo>
                  <a:pt x="6" y="13810"/>
                </a:lnTo>
                <a:lnTo>
                  <a:pt x="13" y="13865"/>
                </a:lnTo>
                <a:lnTo>
                  <a:pt x="32" y="13925"/>
                </a:lnTo>
                <a:lnTo>
                  <a:pt x="52" y="13980"/>
                </a:lnTo>
                <a:lnTo>
                  <a:pt x="71" y="14040"/>
                </a:lnTo>
                <a:lnTo>
                  <a:pt x="104" y="14100"/>
                </a:lnTo>
                <a:lnTo>
                  <a:pt x="136" y="14165"/>
                </a:lnTo>
                <a:lnTo>
                  <a:pt x="175" y="14225"/>
                </a:lnTo>
                <a:lnTo>
                  <a:pt x="220" y="14290"/>
                </a:lnTo>
                <a:lnTo>
                  <a:pt x="330" y="14420"/>
                </a:lnTo>
                <a:lnTo>
                  <a:pt x="453" y="14555"/>
                </a:lnTo>
                <a:lnTo>
                  <a:pt x="602" y="14690"/>
                </a:lnTo>
                <a:lnTo>
                  <a:pt x="770" y="14835"/>
                </a:lnTo>
                <a:lnTo>
                  <a:pt x="958" y="14980"/>
                </a:lnTo>
                <a:lnTo>
                  <a:pt x="1165" y="15135"/>
                </a:lnTo>
                <a:lnTo>
                  <a:pt x="1398" y="15290"/>
                </a:lnTo>
                <a:lnTo>
                  <a:pt x="1651" y="15450"/>
                </a:lnTo>
                <a:lnTo>
                  <a:pt x="1922" y="15615"/>
                </a:lnTo>
                <a:lnTo>
                  <a:pt x="2634" y="16035"/>
                </a:lnTo>
                <a:lnTo>
                  <a:pt x="3327" y="16450"/>
                </a:lnTo>
                <a:lnTo>
                  <a:pt x="4013" y="16865"/>
                </a:lnTo>
                <a:lnTo>
                  <a:pt x="4680" y="17280"/>
                </a:lnTo>
                <a:lnTo>
                  <a:pt x="5340" y="17685"/>
                </a:lnTo>
                <a:lnTo>
                  <a:pt x="5974" y="18085"/>
                </a:lnTo>
                <a:lnTo>
                  <a:pt x="7204" y="18865"/>
                </a:lnTo>
                <a:lnTo>
                  <a:pt x="8363" y="19615"/>
                </a:lnTo>
                <a:lnTo>
                  <a:pt x="9437" y="20325"/>
                </a:lnTo>
                <a:lnTo>
                  <a:pt x="10428" y="20990"/>
                </a:lnTo>
                <a:lnTo>
                  <a:pt x="11327" y="21600"/>
                </a:lnTo>
                <a:lnTo>
                  <a:pt x="11483" y="21600"/>
                </a:lnTo>
                <a:lnTo>
                  <a:pt x="10583" y="20985"/>
                </a:lnTo>
                <a:lnTo>
                  <a:pt x="9586" y="20315"/>
                </a:lnTo>
                <a:lnTo>
                  <a:pt x="8499" y="19600"/>
                </a:lnTo>
                <a:lnTo>
                  <a:pt x="7334" y="18845"/>
                </a:lnTo>
                <a:lnTo>
                  <a:pt x="6719" y="18455"/>
                </a:lnTo>
                <a:lnTo>
                  <a:pt x="6091" y="18055"/>
                </a:lnTo>
                <a:lnTo>
                  <a:pt x="5444" y="17650"/>
                </a:lnTo>
                <a:lnTo>
                  <a:pt x="4783" y="17235"/>
                </a:lnTo>
                <a:lnTo>
                  <a:pt x="4104" y="16820"/>
                </a:lnTo>
                <a:lnTo>
                  <a:pt x="3411" y="16400"/>
                </a:lnTo>
                <a:lnTo>
                  <a:pt x="2706" y="15975"/>
                </a:lnTo>
                <a:lnTo>
                  <a:pt x="1987" y="15550"/>
                </a:lnTo>
                <a:lnTo>
                  <a:pt x="1722" y="15390"/>
                </a:lnTo>
                <a:lnTo>
                  <a:pt x="1482" y="15235"/>
                </a:lnTo>
                <a:lnTo>
                  <a:pt x="1256" y="15085"/>
                </a:lnTo>
                <a:lnTo>
                  <a:pt x="1055" y="14940"/>
                </a:lnTo>
                <a:lnTo>
                  <a:pt x="874" y="14800"/>
                </a:lnTo>
                <a:lnTo>
                  <a:pt x="705" y="14660"/>
                </a:lnTo>
                <a:lnTo>
                  <a:pt x="563" y="14530"/>
                </a:lnTo>
                <a:lnTo>
                  <a:pt x="440" y="14400"/>
                </a:lnTo>
                <a:lnTo>
                  <a:pt x="337" y="14275"/>
                </a:lnTo>
                <a:lnTo>
                  <a:pt x="252" y="14150"/>
                </a:lnTo>
                <a:lnTo>
                  <a:pt x="214" y="14095"/>
                </a:lnTo>
                <a:lnTo>
                  <a:pt x="188" y="14035"/>
                </a:lnTo>
                <a:lnTo>
                  <a:pt x="162" y="13980"/>
                </a:lnTo>
                <a:lnTo>
                  <a:pt x="142" y="13925"/>
                </a:lnTo>
                <a:lnTo>
                  <a:pt x="123" y="13870"/>
                </a:lnTo>
                <a:lnTo>
                  <a:pt x="117" y="13815"/>
                </a:lnTo>
                <a:lnTo>
                  <a:pt x="110" y="13760"/>
                </a:lnTo>
                <a:lnTo>
                  <a:pt x="110" y="13710"/>
                </a:lnTo>
                <a:lnTo>
                  <a:pt x="117" y="13660"/>
                </a:lnTo>
                <a:lnTo>
                  <a:pt x="123" y="13610"/>
                </a:lnTo>
                <a:lnTo>
                  <a:pt x="136" y="13565"/>
                </a:lnTo>
                <a:lnTo>
                  <a:pt x="155" y="13515"/>
                </a:lnTo>
                <a:lnTo>
                  <a:pt x="194" y="13450"/>
                </a:lnTo>
                <a:lnTo>
                  <a:pt x="246" y="13385"/>
                </a:lnTo>
                <a:lnTo>
                  <a:pt x="304" y="13320"/>
                </a:lnTo>
                <a:lnTo>
                  <a:pt x="375" y="13260"/>
                </a:lnTo>
                <a:lnTo>
                  <a:pt x="460" y="13200"/>
                </a:lnTo>
                <a:lnTo>
                  <a:pt x="550" y="13140"/>
                </a:lnTo>
                <a:lnTo>
                  <a:pt x="654" y="13085"/>
                </a:lnTo>
                <a:lnTo>
                  <a:pt x="770" y="13030"/>
                </a:lnTo>
                <a:lnTo>
                  <a:pt x="893" y="12980"/>
                </a:lnTo>
                <a:lnTo>
                  <a:pt x="1029" y="12930"/>
                </a:lnTo>
                <a:lnTo>
                  <a:pt x="1178" y="12885"/>
                </a:lnTo>
                <a:lnTo>
                  <a:pt x="1333" y="12840"/>
                </a:lnTo>
                <a:lnTo>
                  <a:pt x="1502" y="12795"/>
                </a:lnTo>
                <a:lnTo>
                  <a:pt x="1683" y="12755"/>
                </a:lnTo>
                <a:lnTo>
                  <a:pt x="1871" y="12715"/>
                </a:lnTo>
                <a:lnTo>
                  <a:pt x="2071" y="12680"/>
                </a:lnTo>
                <a:lnTo>
                  <a:pt x="2460" y="12620"/>
                </a:lnTo>
                <a:lnTo>
                  <a:pt x="2880" y="12565"/>
                </a:lnTo>
                <a:lnTo>
                  <a:pt x="3333" y="12515"/>
                </a:lnTo>
                <a:lnTo>
                  <a:pt x="3825" y="12475"/>
                </a:lnTo>
                <a:lnTo>
                  <a:pt x="4350" y="12440"/>
                </a:lnTo>
                <a:lnTo>
                  <a:pt x="4906" y="12410"/>
                </a:lnTo>
                <a:lnTo>
                  <a:pt x="5508" y="12390"/>
                </a:lnTo>
                <a:lnTo>
                  <a:pt x="6149" y="12375"/>
                </a:lnTo>
                <a:lnTo>
                  <a:pt x="6758" y="12365"/>
                </a:lnTo>
                <a:lnTo>
                  <a:pt x="7392" y="12360"/>
                </a:lnTo>
                <a:lnTo>
                  <a:pt x="8039" y="12360"/>
                </a:lnTo>
                <a:lnTo>
                  <a:pt x="8693" y="12370"/>
                </a:lnTo>
                <a:lnTo>
                  <a:pt x="9366" y="12380"/>
                </a:lnTo>
                <a:lnTo>
                  <a:pt x="10046" y="12390"/>
                </a:lnTo>
                <a:lnTo>
                  <a:pt x="11431" y="12430"/>
                </a:lnTo>
                <a:lnTo>
                  <a:pt x="12823" y="12475"/>
                </a:lnTo>
                <a:lnTo>
                  <a:pt x="14227" y="12530"/>
                </a:lnTo>
                <a:lnTo>
                  <a:pt x="15606" y="12585"/>
                </a:lnTo>
                <a:lnTo>
                  <a:pt x="16965" y="12645"/>
                </a:lnTo>
                <a:lnTo>
                  <a:pt x="19218" y="12745"/>
                </a:lnTo>
                <a:lnTo>
                  <a:pt x="19451" y="12750"/>
                </a:lnTo>
                <a:lnTo>
                  <a:pt x="19671" y="12750"/>
                </a:lnTo>
                <a:lnTo>
                  <a:pt x="19885" y="12745"/>
                </a:lnTo>
                <a:lnTo>
                  <a:pt x="20079" y="12735"/>
                </a:lnTo>
                <a:lnTo>
                  <a:pt x="20267" y="12715"/>
                </a:lnTo>
                <a:lnTo>
                  <a:pt x="20441" y="12690"/>
                </a:lnTo>
                <a:lnTo>
                  <a:pt x="20603" y="12660"/>
                </a:lnTo>
                <a:lnTo>
                  <a:pt x="20752" y="12620"/>
                </a:lnTo>
                <a:lnTo>
                  <a:pt x="20894" y="12575"/>
                </a:lnTo>
                <a:lnTo>
                  <a:pt x="21017" y="12525"/>
                </a:lnTo>
                <a:lnTo>
                  <a:pt x="21134" y="12470"/>
                </a:lnTo>
                <a:lnTo>
                  <a:pt x="21231" y="12410"/>
                </a:lnTo>
                <a:lnTo>
                  <a:pt x="21322" y="12340"/>
                </a:lnTo>
                <a:lnTo>
                  <a:pt x="21399" y="12265"/>
                </a:lnTo>
                <a:lnTo>
                  <a:pt x="21464" y="12185"/>
                </a:lnTo>
                <a:lnTo>
                  <a:pt x="21516" y="12095"/>
                </a:lnTo>
                <a:lnTo>
                  <a:pt x="21542" y="12035"/>
                </a:lnTo>
                <a:lnTo>
                  <a:pt x="21568" y="11965"/>
                </a:lnTo>
                <a:lnTo>
                  <a:pt x="21581" y="11895"/>
                </a:lnTo>
                <a:lnTo>
                  <a:pt x="21594" y="11825"/>
                </a:lnTo>
                <a:lnTo>
                  <a:pt x="21600" y="11750"/>
                </a:lnTo>
                <a:lnTo>
                  <a:pt x="21600" y="11670"/>
                </a:lnTo>
                <a:lnTo>
                  <a:pt x="21594" y="11590"/>
                </a:lnTo>
                <a:lnTo>
                  <a:pt x="21581" y="11505"/>
                </a:lnTo>
                <a:lnTo>
                  <a:pt x="21561" y="11420"/>
                </a:lnTo>
                <a:lnTo>
                  <a:pt x="21535" y="11330"/>
                </a:lnTo>
                <a:lnTo>
                  <a:pt x="21509" y="11235"/>
                </a:lnTo>
                <a:lnTo>
                  <a:pt x="21471" y="11140"/>
                </a:lnTo>
                <a:lnTo>
                  <a:pt x="21432" y="11040"/>
                </a:lnTo>
                <a:lnTo>
                  <a:pt x="21380" y="10940"/>
                </a:lnTo>
                <a:lnTo>
                  <a:pt x="21328" y="10835"/>
                </a:lnTo>
                <a:lnTo>
                  <a:pt x="21270" y="10730"/>
                </a:lnTo>
                <a:lnTo>
                  <a:pt x="21147" y="10530"/>
                </a:lnTo>
                <a:lnTo>
                  <a:pt x="21005" y="10320"/>
                </a:lnTo>
                <a:lnTo>
                  <a:pt x="20843" y="10105"/>
                </a:lnTo>
                <a:lnTo>
                  <a:pt x="20668" y="9875"/>
                </a:lnTo>
                <a:lnTo>
                  <a:pt x="20467" y="9640"/>
                </a:lnTo>
                <a:lnTo>
                  <a:pt x="20254" y="9395"/>
                </a:lnTo>
                <a:lnTo>
                  <a:pt x="20014" y="9140"/>
                </a:lnTo>
                <a:lnTo>
                  <a:pt x="19762" y="8875"/>
                </a:lnTo>
                <a:lnTo>
                  <a:pt x="19535" y="8645"/>
                </a:lnTo>
                <a:lnTo>
                  <a:pt x="19296" y="8410"/>
                </a:lnTo>
                <a:lnTo>
                  <a:pt x="19043" y="8170"/>
                </a:lnTo>
                <a:lnTo>
                  <a:pt x="18778" y="7925"/>
                </a:lnTo>
                <a:lnTo>
                  <a:pt x="18493" y="7670"/>
                </a:lnTo>
                <a:lnTo>
                  <a:pt x="18202" y="7410"/>
                </a:lnTo>
                <a:lnTo>
                  <a:pt x="17897" y="7145"/>
                </a:lnTo>
                <a:lnTo>
                  <a:pt x="17580" y="6875"/>
                </a:lnTo>
                <a:lnTo>
                  <a:pt x="17250" y="6595"/>
                </a:lnTo>
                <a:lnTo>
                  <a:pt x="16907" y="6315"/>
                </a:lnTo>
                <a:lnTo>
                  <a:pt x="16182" y="5730"/>
                </a:lnTo>
                <a:lnTo>
                  <a:pt x="15412" y="5120"/>
                </a:lnTo>
                <a:lnTo>
                  <a:pt x="14590" y="4495"/>
                </a:lnTo>
                <a:lnTo>
                  <a:pt x="13697" y="3830"/>
                </a:lnTo>
                <a:lnTo>
                  <a:pt x="12816" y="3180"/>
                </a:lnTo>
                <a:lnTo>
                  <a:pt x="11949" y="2560"/>
                </a:lnTo>
                <a:lnTo>
                  <a:pt x="11107" y="1965"/>
                </a:lnTo>
                <a:lnTo>
                  <a:pt x="10305" y="1405"/>
                </a:lnTo>
                <a:lnTo>
                  <a:pt x="9547" y="885"/>
                </a:lnTo>
                <a:lnTo>
                  <a:pt x="8855" y="415"/>
                </a:lnTo>
                <a:lnTo>
                  <a:pt x="824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3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3293981"/>
            <a:ext cx="8593201" cy="6126601"/>
          </a:xfrm>
          <a:prstGeom prst="rect">
            <a:avLst/>
          </a:prstGeom>
        </p:spPr>
        <p:txBody>
          <a:bodyPr lIns="182849" tIns="182849" rIns="182849" bIns="182849" anchor="b"/>
          <a:lstStyle>
            <a:lvl1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8" name="Google Shape;209;p24"/>
          <p:cNvSpPr>
            <a:spLocks noGrp="1"/>
          </p:cNvSpPr>
          <p:nvPr>
            <p:ph type="pic" sz="half" idx="21"/>
          </p:nvPr>
        </p:nvSpPr>
        <p:spPr>
          <a:xfrm>
            <a:off x="10424600" y="920600"/>
            <a:ext cx="7405801" cy="82721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5932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240" name="Google Shape;211;p24"/>
          <p:cNvSpPr/>
          <p:nvPr/>
        </p:nvSpPr>
        <p:spPr>
          <a:xfrm>
            <a:off x="15532873" y="297569"/>
            <a:ext cx="2755137" cy="4843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246" y="0"/>
                </a:moveTo>
                <a:lnTo>
                  <a:pt x="4724" y="11"/>
                </a:lnTo>
                <a:lnTo>
                  <a:pt x="4219" y="32"/>
                </a:lnTo>
                <a:lnTo>
                  <a:pt x="3753" y="53"/>
                </a:lnTo>
                <a:lnTo>
                  <a:pt x="3305" y="96"/>
                </a:lnTo>
                <a:lnTo>
                  <a:pt x="2894" y="149"/>
                </a:lnTo>
                <a:lnTo>
                  <a:pt x="2502" y="202"/>
                </a:lnTo>
                <a:lnTo>
                  <a:pt x="2147" y="265"/>
                </a:lnTo>
                <a:lnTo>
                  <a:pt x="1811" y="350"/>
                </a:lnTo>
                <a:lnTo>
                  <a:pt x="1512" y="435"/>
                </a:lnTo>
                <a:lnTo>
                  <a:pt x="1232" y="531"/>
                </a:lnTo>
                <a:lnTo>
                  <a:pt x="989" y="648"/>
                </a:lnTo>
                <a:lnTo>
                  <a:pt x="766" y="765"/>
                </a:lnTo>
                <a:lnTo>
                  <a:pt x="579" y="892"/>
                </a:lnTo>
                <a:lnTo>
                  <a:pt x="448" y="988"/>
                </a:lnTo>
                <a:lnTo>
                  <a:pt x="355" y="1083"/>
                </a:lnTo>
                <a:lnTo>
                  <a:pt x="261" y="1189"/>
                </a:lnTo>
                <a:lnTo>
                  <a:pt x="187" y="1296"/>
                </a:lnTo>
                <a:lnTo>
                  <a:pt x="131" y="1402"/>
                </a:lnTo>
                <a:lnTo>
                  <a:pt x="75" y="1518"/>
                </a:lnTo>
                <a:lnTo>
                  <a:pt x="38" y="1635"/>
                </a:lnTo>
                <a:lnTo>
                  <a:pt x="19" y="1763"/>
                </a:lnTo>
                <a:lnTo>
                  <a:pt x="0" y="1890"/>
                </a:lnTo>
                <a:lnTo>
                  <a:pt x="0" y="2018"/>
                </a:lnTo>
                <a:lnTo>
                  <a:pt x="19" y="2156"/>
                </a:lnTo>
                <a:lnTo>
                  <a:pt x="56" y="2304"/>
                </a:lnTo>
                <a:lnTo>
                  <a:pt x="94" y="2442"/>
                </a:lnTo>
                <a:lnTo>
                  <a:pt x="150" y="2602"/>
                </a:lnTo>
                <a:lnTo>
                  <a:pt x="299" y="2910"/>
                </a:lnTo>
                <a:lnTo>
                  <a:pt x="504" y="3249"/>
                </a:lnTo>
                <a:lnTo>
                  <a:pt x="747" y="3600"/>
                </a:lnTo>
                <a:lnTo>
                  <a:pt x="1064" y="3972"/>
                </a:lnTo>
                <a:lnTo>
                  <a:pt x="1419" y="4354"/>
                </a:lnTo>
                <a:lnTo>
                  <a:pt x="1848" y="4768"/>
                </a:lnTo>
                <a:lnTo>
                  <a:pt x="2315" y="5193"/>
                </a:lnTo>
                <a:lnTo>
                  <a:pt x="2838" y="5639"/>
                </a:lnTo>
                <a:lnTo>
                  <a:pt x="3398" y="6096"/>
                </a:lnTo>
                <a:lnTo>
                  <a:pt x="4779" y="7189"/>
                </a:lnTo>
                <a:lnTo>
                  <a:pt x="6123" y="8272"/>
                </a:lnTo>
                <a:lnTo>
                  <a:pt x="7430" y="9335"/>
                </a:lnTo>
                <a:lnTo>
                  <a:pt x="8718" y="10396"/>
                </a:lnTo>
                <a:lnTo>
                  <a:pt x="11202" y="12467"/>
                </a:lnTo>
                <a:lnTo>
                  <a:pt x="13572" y="14474"/>
                </a:lnTo>
                <a:lnTo>
                  <a:pt x="15794" y="16407"/>
                </a:lnTo>
                <a:lnTo>
                  <a:pt x="17885" y="18244"/>
                </a:lnTo>
                <a:lnTo>
                  <a:pt x="19826" y="19975"/>
                </a:lnTo>
                <a:lnTo>
                  <a:pt x="21600" y="21600"/>
                </a:lnTo>
                <a:lnTo>
                  <a:pt x="21600" y="21271"/>
                </a:lnTo>
                <a:lnTo>
                  <a:pt x="19826" y="19667"/>
                </a:lnTo>
                <a:lnTo>
                  <a:pt x="17904" y="17958"/>
                </a:lnTo>
                <a:lnTo>
                  <a:pt x="15850" y="16141"/>
                </a:lnTo>
                <a:lnTo>
                  <a:pt x="13647" y="14241"/>
                </a:lnTo>
                <a:lnTo>
                  <a:pt x="11314" y="12265"/>
                </a:lnTo>
                <a:lnTo>
                  <a:pt x="8868" y="10226"/>
                </a:lnTo>
                <a:lnTo>
                  <a:pt x="7599" y="9186"/>
                </a:lnTo>
                <a:lnTo>
                  <a:pt x="6310" y="8134"/>
                </a:lnTo>
                <a:lnTo>
                  <a:pt x="4985" y="7073"/>
                </a:lnTo>
                <a:lnTo>
                  <a:pt x="3641" y="6000"/>
                </a:lnTo>
                <a:lnTo>
                  <a:pt x="3099" y="5554"/>
                </a:lnTo>
                <a:lnTo>
                  <a:pt x="2595" y="5129"/>
                </a:lnTo>
                <a:lnTo>
                  <a:pt x="2147" y="4715"/>
                </a:lnTo>
                <a:lnTo>
                  <a:pt x="1737" y="4322"/>
                </a:lnTo>
                <a:lnTo>
                  <a:pt x="1382" y="3940"/>
                </a:lnTo>
                <a:lnTo>
                  <a:pt x="1083" y="3589"/>
                </a:lnTo>
                <a:lnTo>
                  <a:pt x="822" y="3249"/>
                </a:lnTo>
                <a:lnTo>
                  <a:pt x="635" y="2920"/>
                </a:lnTo>
                <a:lnTo>
                  <a:pt x="467" y="2623"/>
                </a:lnTo>
                <a:lnTo>
                  <a:pt x="374" y="2336"/>
                </a:lnTo>
                <a:lnTo>
                  <a:pt x="336" y="2198"/>
                </a:lnTo>
                <a:lnTo>
                  <a:pt x="318" y="2060"/>
                </a:lnTo>
                <a:lnTo>
                  <a:pt x="318" y="1816"/>
                </a:lnTo>
                <a:lnTo>
                  <a:pt x="336" y="1699"/>
                </a:lnTo>
                <a:lnTo>
                  <a:pt x="374" y="1582"/>
                </a:lnTo>
                <a:lnTo>
                  <a:pt x="411" y="1476"/>
                </a:lnTo>
                <a:lnTo>
                  <a:pt x="467" y="1370"/>
                </a:lnTo>
                <a:lnTo>
                  <a:pt x="523" y="1264"/>
                </a:lnTo>
                <a:lnTo>
                  <a:pt x="616" y="1168"/>
                </a:lnTo>
                <a:lnTo>
                  <a:pt x="803" y="998"/>
                </a:lnTo>
                <a:lnTo>
                  <a:pt x="989" y="881"/>
                </a:lnTo>
                <a:lnTo>
                  <a:pt x="1195" y="765"/>
                </a:lnTo>
                <a:lnTo>
                  <a:pt x="1438" y="669"/>
                </a:lnTo>
                <a:lnTo>
                  <a:pt x="1699" y="573"/>
                </a:lnTo>
                <a:lnTo>
                  <a:pt x="1979" y="499"/>
                </a:lnTo>
                <a:lnTo>
                  <a:pt x="2297" y="425"/>
                </a:lnTo>
                <a:lnTo>
                  <a:pt x="2651" y="361"/>
                </a:lnTo>
                <a:lnTo>
                  <a:pt x="3025" y="308"/>
                </a:lnTo>
                <a:lnTo>
                  <a:pt x="3416" y="255"/>
                </a:lnTo>
                <a:lnTo>
                  <a:pt x="3846" y="223"/>
                </a:lnTo>
                <a:lnTo>
                  <a:pt x="4313" y="202"/>
                </a:lnTo>
                <a:lnTo>
                  <a:pt x="4798" y="180"/>
                </a:lnTo>
                <a:lnTo>
                  <a:pt x="5302" y="170"/>
                </a:lnTo>
                <a:lnTo>
                  <a:pt x="5843" y="180"/>
                </a:lnTo>
                <a:lnTo>
                  <a:pt x="6403" y="191"/>
                </a:lnTo>
                <a:lnTo>
                  <a:pt x="7001" y="212"/>
                </a:lnTo>
                <a:lnTo>
                  <a:pt x="8140" y="265"/>
                </a:lnTo>
                <a:lnTo>
                  <a:pt x="9353" y="361"/>
                </a:lnTo>
                <a:lnTo>
                  <a:pt x="10660" y="478"/>
                </a:lnTo>
                <a:lnTo>
                  <a:pt x="12060" y="626"/>
                </a:lnTo>
                <a:lnTo>
                  <a:pt x="13535" y="807"/>
                </a:lnTo>
                <a:lnTo>
                  <a:pt x="15122" y="1020"/>
                </a:lnTo>
                <a:lnTo>
                  <a:pt x="16802" y="1264"/>
                </a:lnTo>
                <a:lnTo>
                  <a:pt x="18575" y="1529"/>
                </a:lnTo>
                <a:lnTo>
                  <a:pt x="20069" y="1773"/>
                </a:lnTo>
                <a:lnTo>
                  <a:pt x="21600" y="2028"/>
                </a:lnTo>
                <a:lnTo>
                  <a:pt x="21600" y="1848"/>
                </a:lnTo>
                <a:lnTo>
                  <a:pt x="20106" y="1603"/>
                </a:lnTo>
                <a:lnTo>
                  <a:pt x="18650" y="1370"/>
                </a:lnTo>
                <a:lnTo>
                  <a:pt x="16877" y="1094"/>
                </a:lnTo>
                <a:lnTo>
                  <a:pt x="15178" y="849"/>
                </a:lnTo>
                <a:lnTo>
                  <a:pt x="13591" y="637"/>
                </a:lnTo>
                <a:lnTo>
                  <a:pt x="12098" y="457"/>
                </a:lnTo>
                <a:lnTo>
                  <a:pt x="10697" y="308"/>
                </a:lnTo>
                <a:lnTo>
                  <a:pt x="9391" y="191"/>
                </a:lnTo>
                <a:lnTo>
                  <a:pt x="8159" y="96"/>
                </a:lnTo>
                <a:lnTo>
                  <a:pt x="7020" y="43"/>
                </a:lnTo>
                <a:lnTo>
                  <a:pt x="6403" y="21"/>
                </a:lnTo>
                <a:lnTo>
                  <a:pt x="5246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41" name="Google Shape;212;p24"/>
          <p:cNvSpPr txBox="1"/>
          <p:nvPr/>
        </p:nvSpPr>
        <p:spPr>
          <a:xfrm>
            <a:off x="13440599" y="9600549"/>
            <a:ext cx="4390201" cy="581601"/>
          </a:xfrm>
          <a:prstGeom prst="rect">
            <a:avLst/>
          </a:prstGeom>
          <a:ln w="12700">
            <a:miter lim="400000"/>
          </a:ln>
        </p:spPr>
        <p:txBody>
          <a:bodyPr lIns="182849" tIns="182849" rIns="182849" bIns="182849">
            <a:spAutoFit/>
          </a:bodyPr>
          <a:lstStyle/>
          <a:p>
            <a:pPr algn="r">
              <a:defRPr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8094099"/>
            <a:ext cx="576169" cy="581601"/>
          </a:xfrm>
          <a:prstGeom prst="rect">
            <a:avLst/>
          </a:prstGeom>
        </p:spPr>
        <p:txBody>
          <a:bodyPr lIns="182849" tIns="182849" rIns="182849" bIns="182849"/>
          <a:lstStyle>
            <a:lvl1pPr>
              <a:defRPr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1_1_1_1_1_1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15;p25" descr="Google Shape;215;p25"/>
          <p:cNvPicPr>
            <a:picLocks noChangeAspect="1"/>
          </p:cNvPicPr>
          <p:nvPr/>
        </p:nvPicPr>
        <p:blipFill>
          <a:blip r:embed="rId2"/>
          <a:srcRect b="59421"/>
          <a:stretch>
            <a:fillRect/>
          </a:stretch>
        </p:blipFill>
        <p:spPr>
          <a:xfrm>
            <a:off x="8493000" y="7210293"/>
            <a:ext cx="7582198" cy="3076701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Google Shape;216;p25"/>
          <p:cNvSpPr/>
          <p:nvPr/>
        </p:nvSpPr>
        <p:spPr>
          <a:xfrm rot="16200000">
            <a:off x="10323053" y="-14257"/>
            <a:ext cx="7978201" cy="7978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553"/>
                </a:lnTo>
                <a:close/>
              </a:path>
            </a:pathLst>
          </a:custGeom>
          <a:gradFill>
            <a:gsLst>
              <a:gs pos="0">
                <a:srgbClr val="6AD1FA"/>
              </a:gs>
              <a:gs pos="50000">
                <a:srgbClr val="1F1F1F"/>
              </a:gs>
              <a:gs pos="100000">
                <a:srgbClr val="1F1F1F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pic>
        <p:nvPicPr>
          <p:cNvPr id="251" name="Google Shape;217;p25" descr="Google Shape;217;p25"/>
          <p:cNvPicPr>
            <a:picLocks noChangeAspect="1"/>
          </p:cNvPicPr>
          <p:nvPr/>
        </p:nvPicPr>
        <p:blipFill>
          <a:blip r:embed="rId3"/>
          <a:srcRect l="150" b="34692"/>
          <a:stretch>
            <a:fillRect/>
          </a:stretch>
        </p:blipFill>
        <p:spPr>
          <a:xfrm rot="10800000">
            <a:off x="7830700" y="-4132"/>
            <a:ext cx="7985601" cy="5222949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Google Shape;218;p25"/>
          <p:cNvSpPr/>
          <p:nvPr/>
        </p:nvSpPr>
        <p:spPr>
          <a:xfrm>
            <a:off x="9277354" y="3676681"/>
            <a:ext cx="9010626" cy="66103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630" y="124"/>
                </a:moveTo>
                <a:lnTo>
                  <a:pt x="4007" y="140"/>
                </a:lnTo>
                <a:lnTo>
                  <a:pt x="4196" y="163"/>
                </a:lnTo>
                <a:lnTo>
                  <a:pt x="4384" y="194"/>
                </a:lnTo>
                <a:lnTo>
                  <a:pt x="4567" y="233"/>
                </a:lnTo>
                <a:lnTo>
                  <a:pt x="4755" y="280"/>
                </a:lnTo>
                <a:lnTo>
                  <a:pt x="4938" y="334"/>
                </a:lnTo>
                <a:lnTo>
                  <a:pt x="5126" y="397"/>
                </a:lnTo>
                <a:lnTo>
                  <a:pt x="5309" y="467"/>
                </a:lnTo>
                <a:lnTo>
                  <a:pt x="5491" y="552"/>
                </a:lnTo>
                <a:lnTo>
                  <a:pt x="5674" y="638"/>
                </a:lnTo>
                <a:lnTo>
                  <a:pt x="5851" y="731"/>
                </a:lnTo>
                <a:lnTo>
                  <a:pt x="6034" y="833"/>
                </a:lnTo>
                <a:lnTo>
                  <a:pt x="6211" y="941"/>
                </a:lnTo>
                <a:lnTo>
                  <a:pt x="6382" y="1066"/>
                </a:lnTo>
                <a:lnTo>
                  <a:pt x="6559" y="1190"/>
                </a:lnTo>
                <a:lnTo>
                  <a:pt x="6730" y="1323"/>
                </a:lnTo>
                <a:lnTo>
                  <a:pt x="6896" y="1463"/>
                </a:lnTo>
                <a:lnTo>
                  <a:pt x="7084" y="1626"/>
                </a:lnTo>
                <a:lnTo>
                  <a:pt x="7267" y="1805"/>
                </a:lnTo>
                <a:lnTo>
                  <a:pt x="7449" y="1992"/>
                </a:lnTo>
                <a:lnTo>
                  <a:pt x="7620" y="2178"/>
                </a:lnTo>
                <a:lnTo>
                  <a:pt x="7792" y="2381"/>
                </a:lnTo>
                <a:lnTo>
                  <a:pt x="7957" y="2583"/>
                </a:lnTo>
                <a:lnTo>
                  <a:pt x="8117" y="2801"/>
                </a:lnTo>
                <a:lnTo>
                  <a:pt x="8271" y="3027"/>
                </a:lnTo>
                <a:lnTo>
                  <a:pt x="8420" y="3252"/>
                </a:lnTo>
                <a:lnTo>
                  <a:pt x="8562" y="3493"/>
                </a:lnTo>
                <a:lnTo>
                  <a:pt x="8705" y="3735"/>
                </a:lnTo>
                <a:lnTo>
                  <a:pt x="8836" y="3984"/>
                </a:lnTo>
                <a:lnTo>
                  <a:pt x="8968" y="4248"/>
                </a:lnTo>
                <a:lnTo>
                  <a:pt x="9093" y="4513"/>
                </a:lnTo>
                <a:lnTo>
                  <a:pt x="9213" y="4785"/>
                </a:lnTo>
                <a:lnTo>
                  <a:pt x="9327" y="5065"/>
                </a:lnTo>
                <a:lnTo>
                  <a:pt x="9567" y="5711"/>
                </a:lnTo>
                <a:lnTo>
                  <a:pt x="9795" y="6341"/>
                </a:lnTo>
                <a:lnTo>
                  <a:pt x="10001" y="6956"/>
                </a:lnTo>
                <a:lnTo>
                  <a:pt x="10098" y="7267"/>
                </a:lnTo>
                <a:lnTo>
                  <a:pt x="10189" y="7563"/>
                </a:lnTo>
                <a:lnTo>
                  <a:pt x="10275" y="7867"/>
                </a:lnTo>
                <a:lnTo>
                  <a:pt x="10360" y="8162"/>
                </a:lnTo>
                <a:lnTo>
                  <a:pt x="10435" y="8458"/>
                </a:lnTo>
                <a:lnTo>
                  <a:pt x="10509" y="8746"/>
                </a:lnTo>
                <a:lnTo>
                  <a:pt x="10577" y="9034"/>
                </a:lnTo>
                <a:lnTo>
                  <a:pt x="10646" y="9321"/>
                </a:lnTo>
                <a:lnTo>
                  <a:pt x="10703" y="9609"/>
                </a:lnTo>
                <a:lnTo>
                  <a:pt x="10760" y="9890"/>
                </a:lnTo>
                <a:lnTo>
                  <a:pt x="10811" y="10170"/>
                </a:lnTo>
                <a:lnTo>
                  <a:pt x="10857" y="10450"/>
                </a:lnTo>
                <a:lnTo>
                  <a:pt x="10897" y="10730"/>
                </a:lnTo>
                <a:lnTo>
                  <a:pt x="10965" y="11275"/>
                </a:lnTo>
                <a:lnTo>
                  <a:pt x="10994" y="11547"/>
                </a:lnTo>
                <a:lnTo>
                  <a:pt x="11017" y="11819"/>
                </a:lnTo>
                <a:lnTo>
                  <a:pt x="11040" y="12084"/>
                </a:lnTo>
                <a:lnTo>
                  <a:pt x="11051" y="12348"/>
                </a:lnTo>
                <a:lnTo>
                  <a:pt x="11063" y="12621"/>
                </a:lnTo>
                <a:lnTo>
                  <a:pt x="11068" y="12877"/>
                </a:lnTo>
                <a:lnTo>
                  <a:pt x="11074" y="13142"/>
                </a:lnTo>
                <a:lnTo>
                  <a:pt x="11068" y="13407"/>
                </a:lnTo>
                <a:lnTo>
                  <a:pt x="11063" y="13663"/>
                </a:lnTo>
                <a:lnTo>
                  <a:pt x="11051" y="13928"/>
                </a:lnTo>
                <a:lnTo>
                  <a:pt x="11034" y="14185"/>
                </a:lnTo>
                <a:lnTo>
                  <a:pt x="11017" y="14442"/>
                </a:lnTo>
                <a:lnTo>
                  <a:pt x="10994" y="14698"/>
                </a:lnTo>
                <a:lnTo>
                  <a:pt x="10965" y="14955"/>
                </a:lnTo>
                <a:lnTo>
                  <a:pt x="10931" y="15204"/>
                </a:lnTo>
                <a:lnTo>
                  <a:pt x="10897" y="15461"/>
                </a:lnTo>
                <a:lnTo>
                  <a:pt x="10857" y="15710"/>
                </a:lnTo>
                <a:lnTo>
                  <a:pt x="10811" y="15967"/>
                </a:lnTo>
                <a:lnTo>
                  <a:pt x="10760" y="16216"/>
                </a:lnTo>
                <a:lnTo>
                  <a:pt x="10343" y="16146"/>
                </a:lnTo>
                <a:lnTo>
                  <a:pt x="9921" y="16052"/>
                </a:lnTo>
                <a:lnTo>
                  <a:pt x="9556" y="15959"/>
                </a:lnTo>
                <a:lnTo>
                  <a:pt x="9185" y="15858"/>
                </a:lnTo>
                <a:lnTo>
                  <a:pt x="8813" y="15749"/>
                </a:lnTo>
                <a:lnTo>
                  <a:pt x="8437" y="15616"/>
                </a:lnTo>
                <a:lnTo>
                  <a:pt x="8060" y="15484"/>
                </a:lnTo>
                <a:lnTo>
                  <a:pt x="7689" y="15336"/>
                </a:lnTo>
                <a:lnTo>
                  <a:pt x="7312" y="15181"/>
                </a:lnTo>
                <a:lnTo>
                  <a:pt x="6941" y="15017"/>
                </a:lnTo>
                <a:lnTo>
                  <a:pt x="6570" y="14838"/>
                </a:lnTo>
                <a:lnTo>
                  <a:pt x="6205" y="14659"/>
                </a:lnTo>
                <a:lnTo>
                  <a:pt x="5839" y="14465"/>
                </a:lnTo>
                <a:lnTo>
                  <a:pt x="5480" y="14263"/>
                </a:lnTo>
                <a:lnTo>
                  <a:pt x="5126" y="14052"/>
                </a:lnTo>
                <a:lnTo>
                  <a:pt x="4783" y="13834"/>
                </a:lnTo>
                <a:lnTo>
                  <a:pt x="4441" y="13617"/>
                </a:lnTo>
                <a:lnTo>
                  <a:pt x="4110" y="13383"/>
                </a:lnTo>
                <a:lnTo>
                  <a:pt x="3904" y="13236"/>
                </a:lnTo>
                <a:lnTo>
                  <a:pt x="3710" y="13080"/>
                </a:lnTo>
                <a:lnTo>
                  <a:pt x="3516" y="12924"/>
                </a:lnTo>
                <a:lnTo>
                  <a:pt x="3328" y="12761"/>
                </a:lnTo>
                <a:lnTo>
                  <a:pt x="3139" y="12590"/>
                </a:lnTo>
                <a:lnTo>
                  <a:pt x="2963" y="12418"/>
                </a:lnTo>
                <a:lnTo>
                  <a:pt x="2786" y="12247"/>
                </a:lnTo>
                <a:lnTo>
                  <a:pt x="2620" y="12068"/>
                </a:lnTo>
                <a:lnTo>
                  <a:pt x="2455" y="11882"/>
                </a:lnTo>
                <a:lnTo>
                  <a:pt x="2295" y="11695"/>
                </a:lnTo>
                <a:lnTo>
                  <a:pt x="2141" y="11500"/>
                </a:lnTo>
                <a:lnTo>
                  <a:pt x="1992" y="11306"/>
                </a:lnTo>
                <a:lnTo>
                  <a:pt x="1849" y="11103"/>
                </a:lnTo>
                <a:lnTo>
                  <a:pt x="1707" y="10901"/>
                </a:lnTo>
                <a:lnTo>
                  <a:pt x="1575" y="10691"/>
                </a:lnTo>
                <a:lnTo>
                  <a:pt x="1450" y="10481"/>
                </a:lnTo>
                <a:lnTo>
                  <a:pt x="1336" y="10286"/>
                </a:lnTo>
                <a:lnTo>
                  <a:pt x="1233" y="10092"/>
                </a:lnTo>
                <a:lnTo>
                  <a:pt x="1130" y="9897"/>
                </a:lnTo>
                <a:lnTo>
                  <a:pt x="1039" y="9695"/>
                </a:lnTo>
                <a:lnTo>
                  <a:pt x="948" y="9500"/>
                </a:lnTo>
                <a:lnTo>
                  <a:pt x="856" y="9291"/>
                </a:lnTo>
                <a:lnTo>
                  <a:pt x="776" y="9088"/>
                </a:lnTo>
                <a:lnTo>
                  <a:pt x="696" y="8878"/>
                </a:lnTo>
                <a:lnTo>
                  <a:pt x="622" y="8668"/>
                </a:lnTo>
                <a:lnTo>
                  <a:pt x="554" y="8458"/>
                </a:lnTo>
                <a:lnTo>
                  <a:pt x="491" y="8240"/>
                </a:lnTo>
                <a:lnTo>
                  <a:pt x="377" y="7804"/>
                </a:lnTo>
                <a:lnTo>
                  <a:pt x="325" y="7586"/>
                </a:lnTo>
                <a:lnTo>
                  <a:pt x="280" y="7361"/>
                </a:lnTo>
                <a:lnTo>
                  <a:pt x="240" y="7135"/>
                </a:lnTo>
                <a:lnTo>
                  <a:pt x="211" y="6956"/>
                </a:lnTo>
                <a:lnTo>
                  <a:pt x="183" y="6769"/>
                </a:lnTo>
                <a:lnTo>
                  <a:pt x="137" y="6396"/>
                </a:lnTo>
                <a:lnTo>
                  <a:pt x="108" y="6022"/>
                </a:lnTo>
                <a:lnTo>
                  <a:pt x="91" y="5649"/>
                </a:lnTo>
                <a:lnTo>
                  <a:pt x="91" y="5275"/>
                </a:lnTo>
                <a:lnTo>
                  <a:pt x="103" y="4910"/>
                </a:lnTo>
                <a:lnTo>
                  <a:pt x="125" y="4552"/>
                </a:lnTo>
                <a:lnTo>
                  <a:pt x="160" y="4194"/>
                </a:lnTo>
                <a:lnTo>
                  <a:pt x="211" y="3844"/>
                </a:lnTo>
                <a:lnTo>
                  <a:pt x="268" y="3501"/>
                </a:lnTo>
                <a:lnTo>
                  <a:pt x="308" y="3330"/>
                </a:lnTo>
                <a:lnTo>
                  <a:pt x="342" y="3167"/>
                </a:lnTo>
                <a:lnTo>
                  <a:pt x="388" y="3003"/>
                </a:lnTo>
                <a:lnTo>
                  <a:pt x="428" y="2840"/>
                </a:lnTo>
                <a:lnTo>
                  <a:pt x="479" y="2684"/>
                </a:lnTo>
                <a:lnTo>
                  <a:pt x="525" y="2537"/>
                </a:lnTo>
                <a:lnTo>
                  <a:pt x="582" y="2381"/>
                </a:lnTo>
                <a:lnTo>
                  <a:pt x="639" y="2233"/>
                </a:lnTo>
                <a:lnTo>
                  <a:pt x="696" y="2093"/>
                </a:lnTo>
                <a:lnTo>
                  <a:pt x="759" y="1953"/>
                </a:lnTo>
                <a:lnTo>
                  <a:pt x="822" y="1813"/>
                </a:lnTo>
                <a:lnTo>
                  <a:pt x="890" y="1681"/>
                </a:lnTo>
                <a:lnTo>
                  <a:pt x="999" y="1502"/>
                </a:lnTo>
                <a:lnTo>
                  <a:pt x="1113" y="1330"/>
                </a:lnTo>
                <a:lnTo>
                  <a:pt x="1239" y="1167"/>
                </a:lnTo>
                <a:lnTo>
                  <a:pt x="1376" y="1019"/>
                </a:lnTo>
                <a:lnTo>
                  <a:pt x="1518" y="879"/>
                </a:lnTo>
                <a:lnTo>
                  <a:pt x="1672" y="755"/>
                </a:lnTo>
                <a:lnTo>
                  <a:pt x="1838" y="638"/>
                </a:lnTo>
                <a:lnTo>
                  <a:pt x="2009" y="529"/>
                </a:lnTo>
                <a:lnTo>
                  <a:pt x="2186" y="436"/>
                </a:lnTo>
                <a:lnTo>
                  <a:pt x="2375" y="358"/>
                </a:lnTo>
                <a:lnTo>
                  <a:pt x="2569" y="288"/>
                </a:lnTo>
                <a:lnTo>
                  <a:pt x="2768" y="226"/>
                </a:lnTo>
                <a:lnTo>
                  <a:pt x="2980" y="187"/>
                </a:lnTo>
                <a:lnTo>
                  <a:pt x="3191" y="148"/>
                </a:lnTo>
                <a:lnTo>
                  <a:pt x="3408" y="132"/>
                </a:lnTo>
                <a:lnTo>
                  <a:pt x="3630" y="124"/>
                </a:lnTo>
                <a:close/>
                <a:moveTo>
                  <a:pt x="3499" y="0"/>
                </a:moveTo>
                <a:lnTo>
                  <a:pt x="3254" y="23"/>
                </a:lnTo>
                <a:lnTo>
                  <a:pt x="3008" y="54"/>
                </a:lnTo>
                <a:lnTo>
                  <a:pt x="2774" y="101"/>
                </a:lnTo>
                <a:lnTo>
                  <a:pt x="2546" y="163"/>
                </a:lnTo>
                <a:lnTo>
                  <a:pt x="2329" y="249"/>
                </a:lnTo>
                <a:lnTo>
                  <a:pt x="2118" y="342"/>
                </a:lnTo>
                <a:lnTo>
                  <a:pt x="1918" y="451"/>
                </a:lnTo>
                <a:lnTo>
                  <a:pt x="1821" y="513"/>
                </a:lnTo>
                <a:lnTo>
                  <a:pt x="1724" y="576"/>
                </a:lnTo>
                <a:lnTo>
                  <a:pt x="1633" y="646"/>
                </a:lnTo>
                <a:lnTo>
                  <a:pt x="1547" y="716"/>
                </a:lnTo>
                <a:lnTo>
                  <a:pt x="1455" y="786"/>
                </a:lnTo>
                <a:lnTo>
                  <a:pt x="1376" y="863"/>
                </a:lnTo>
                <a:lnTo>
                  <a:pt x="1296" y="949"/>
                </a:lnTo>
                <a:lnTo>
                  <a:pt x="1216" y="1035"/>
                </a:lnTo>
                <a:lnTo>
                  <a:pt x="1142" y="1120"/>
                </a:lnTo>
                <a:lnTo>
                  <a:pt x="1073" y="1214"/>
                </a:lnTo>
                <a:lnTo>
                  <a:pt x="1005" y="1307"/>
                </a:lnTo>
                <a:lnTo>
                  <a:pt x="936" y="1401"/>
                </a:lnTo>
                <a:lnTo>
                  <a:pt x="879" y="1502"/>
                </a:lnTo>
                <a:lnTo>
                  <a:pt x="816" y="1610"/>
                </a:lnTo>
                <a:lnTo>
                  <a:pt x="753" y="1735"/>
                </a:lnTo>
                <a:lnTo>
                  <a:pt x="691" y="1867"/>
                </a:lnTo>
                <a:lnTo>
                  <a:pt x="628" y="2007"/>
                </a:lnTo>
                <a:lnTo>
                  <a:pt x="571" y="2148"/>
                </a:lnTo>
                <a:lnTo>
                  <a:pt x="514" y="2287"/>
                </a:lnTo>
                <a:lnTo>
                  <a:pt x="457" y="2435"/>
                </a:lnTo>
                <a:lnTo>
                  <a:pt x="411" y="2591"/>
                </a:lnTo>
                <a:lnTo>
                  <a:pt x="360" y="2747"/>
                </a:lnTo>
                <a:lnTo>
                  <a:pt x="274" y="3058"/>
                </a:lnTo>
                <a:lnTo>
                  <a:pt x="200" y="3392"/>
                </a:lnTo>
                <a:lnTo>
                  <a:pt x="131" y="3727"/>
                </a:lnTo>
                <a:lnTo>
                  <a:pt x="80" y="4077"/>
                </a:lnTo>
                <a:lnTo>
                  <a:pt x="57" y="4264"/>
                </a:lnTo>
                <a:lnTo>
                  <a:pt x="40" y="4451"/>
                </a:lnTo>
                <a:lnTo>
                  <a:pt x="23" y="4645"/>
                </a:lnTo>
                <a:lnTo>
                  <a:pt x="11" y="4832"/>
                </a:lnTo>
                <a:lnTo>
                  <a:pt x="0" y="5221"/>
                </a:lnTo>
                <a:lnTo>
                  <a:pt x="0" y="5610"/>
                </a:lnTo>
                <a:lnTo>
                  <a:pt x="6" y="5805"/>
                </a:lnTo>
                <a:lnTo>
                  <a:pt x="17" y="5999"/>
                </a:lnTo>
                <a:lnTo>
                  <a:pt x="29" y="6194"/>
                </a:lnTo>
                <a:lnTo>
                  <a:pt x="46" y="6388"/>
                </a:lnTo>
                <a:lnTo>
                  <a:pt x="68" y="6583"/>
                </a:lnTo>
                <a:lnTo>
                  <a:pt x="91" y="6777"/>
                </a:lnTo>
                <a:lnTo>
                  <a:pt x="148" y="7166"/>
                </a:lnTo>
                <a:lnTo>
                  <a:pt x="194" y="7392"/>
                </a:lnTo>
                <a:lnTo>
                  <a:pt x="240" y="7617"/>
                </a:lnTo>
                <a:lnTo>
                  <a:pt x="291" y="7843"/>
                </a:lnTo>
                <a:lnTo>
                  <a:pt x="348" y="8069"/>
                </a:lnTo>
                <a:lnTo>
                  <a:pt x="405" y="8287"/>
                </a:lnTo>
                <a:lnTo>
                  <a:pt x="474" y="8505"/>
                </a:lnTo>
                <a:lnTo>
                  <a:pt x="542" y="8723"/>
                </a:lnTo>
                <a:lnTo>
                  <a:pt x="616" y="8932"/>
                </a:lnTo>
                <a:lnTo>
                  <a:pt x="696" y="9143"/>
                </a:lnTo>
                <a:lnTo>
                  <a:pt x="776" y="9353"/>
                </a:lnTo>
                <a:lnTo>
                  <a:pt x="868" y="9563"/>
                </a:lnTo>
                <a:lnTo>
                  <a:pt x="959" y="9765"/>
                </a:lnTo>
                <a:lnTo>
                  <a:pt x="1056" y="9967"/>
                </a:lnTo>
                <a:lnTo>
                  <a:pt x="1159" y="10170"/>
                </a:lnTo>
                <a:lnTo>
                  <a:pt x="1267" y="10364"/>
                </a:lnTo>
                <a:lnTo>
                  <a:pt x="1376" y="10559"/>
                </a:lnTo>
                <a:lnTo>
                  <a:pt x="1507" y="10769"/>
                </a:lnTo>
                <a:lnTo>
                  <a:pt x="1638" y="10987"/>
                </a:lnTo>
                <a:lnTo>
                  <a:pt x="1781" y="11189"/>
                </a:lnTo>
                <a:lnTo>
                  <a:pt x="1929" y="11391"/>
                </a:lnTo>
                <a:lnTo>
                  <a:pt x="2078" y="11594"/>
                </a:lnTo>
                <a:lnTo>
                  <a:pt x="2232" y="11788"/>
                </a:lnTo>
                <a:lnTo>
                  <a:pt x="2563" y="12162"/>
                </a:lnTo>
                <a:lnTo>
                  <a:pt x="2734" y="12348"/>
                </a:lnTo>
                <a:lnTo>
                  <a:pt x="2905" y="12520"/>
                </a:lnTo>
                <a:lnTo>
                  <a:pt x="3088" y="12698"/>
                </a:lnTo>
                <a:lnTo>
                  <a:pt x="3276" y="12862"/>
                </a:lnTo>
                <a:lnTo>
                  <a:pt x="3465" y="13025"/>
                </a:lnTo>
                <a:lnTo>
                  <a:pt x="3665" y="13189"/>
                </a:lnTo>
                <a:lnTo>
                  <a:pt x="3864" y="13344"/>
                </a:lnTo>
                <a:lnTo>
                  <a:pt x="4070" y="13492"/>
                </a:lnTo>
                <a:lnTo>
                  <a:pt x="4401" y="13726"/>
                </a:lnTo>
                <a:lnTo>
                  <a:pt x="4744" y="13951"/>
                </a:lnTo>
                <a:lnTo>
                  <a:pt x="5092" y="14169"/>
                </a:lnTo>
                <a:lnTo>
                  <a:pt x="5446" y="14379"/>
                </a:lnTo>
                <a:lnTo>
                  <a:pt x="5805" y="14581"/>
                </a:lnTo>
                <a:lnTo>
                  <a:pt x="6171" y="14768"/>
                </a:lnTo>
                <a:lnTo>
                  <a:pt x="6542" y="14955"/>
                </a:lnTo>
                <a:lnTo>
                  <a:pt x="6913" y="15134"/>
                </a:lnTo>
                <a:lnTo>
                  <a:pt x="7284" y="15297"/>
                </a:lnTo>
                <a:lnTo>
                  <a:pt x="7660" y="15461"/>
                </a:lnTo>
                <a:lnTo>
                  <a:pt x="8037" y="15601"/>
                </a:lnTo>
                <a:lnTo>
                  <a:pt x="8414" y="15741"/>
                </a:lnTo>
                <a:lnTo>
                  <a:pt x="8791" y="15865"/>
                </a:lnTo>
                <a:lnTo>
                  <a:pt x="9167" y="15982"/>
                </a:lnTo>
                <a:lnTo>
                  <a:pt x="9539" y="16083"/>
                </a:lnTo>
                <a:lnTo>
                  <a:pt x="9909" y="16177"/>
                </a:lnTo>
                <a:lnTo>
                  <a:pt x="10320" y="16262"/>
                </a:lnTo>
                <a:lnTo>
                  <a:pt x="10731" y="16340"/>
                </a:lnTo>
                <a:lnTo>
                  <a:pt x="10652" y="16706"/>
                </a:lnTo>
                <a:lnTo>
                  <a:pt x="10554" y="17072"/>
                </a:lnTo>
                <a:lnTo>
                  <a:pt x="10452" y="17429"/>
                </a:lnTo>
                <a:lnTo>
                  <a:pt x="10343" y="17795"/>
                </a:lnTo>
                <a:lnTo>
                  <a:pt x="10223" y="18153"/>
                </a:lnTo>
                <a:lnTo>
                  <a:pt x="10092" y="18511"/>
                </a:lnTo>
                <a:lnTo>
                  <a:pt x="9955" y="18869"/>
                </a:lnTo>
                <a:lnTo>
                  <a:pt x="9807" y="19219"/>
                </a:lnTo>
                <a:lnTo>
                  <a:pt x="9670" y="19515"/>
                </a:lnTo>
                <a:lnTo>
                  <a:pt x="9527" y="19818"/>
                </a:lnTo>
                <a:lnTo>
                  <a:pt x="9384" y="20114"/>
                </a:lnTo>
                <a:lnTo>
                  <a:pt x="9224" y="20417"/>
                </a:lnTo>
                <a:lnTo>
                  <a:pt x="9065" y="20713"/>
                </a:lnTo>
                <a:lnTo>
                  <a:pt x="8722" y="21304"/>
                </a:lnTo>
                <a:lnTo>
                  <a:pt x="8539" y="21600"/>
                </a:lnTo>
                <a:lnTo>
                  <a:pt x="8659" y="21600"/>
                </a:lnTo>
                <a:lnTo>
                  <a:pt x="8836" y="21312"/>
                </a:lnTo>
                <a:lnTo>
                  <a:pt x="9002" y="21024"/>
                </a:lnTo>
                <a:lnTo>
                  <a:pt x="9167" y="20736"/>
                </a:lnTo>
                <a:lnTo>
                  <a:pt x="9322" y="20448"/>
                </a:lnTo>
                <a:lnTo>
                  <a:pt x="9476" y="20153"/>
                </a:lnTo>
                <a:lnTo>
                  <a:pt x="9618" y="19865"/>
                </a:lnTo>
                <a:lnTo>
                  <a:pt x="9755" y="19569"/>
                </a:lnTo>
                <a:lnTo>
                  <a:pt x="9881" y="19281"/>
                </a:lnTo>
                <a:lnTo>
                  <a:pt x="10035" y="18923"/>
                </a:lnTo>
                <a:lnTo>
                  <a:pt x="10172" y="18565"/>
                </a:lnTo>
                <a:lnTo>
                  <a:pt x="10309" y="18200"/>
                </a:lnTo>
                <a:lnTo>
                  <a:pt x="10429" y="17834"/>
                </a:lnTo>
                <a:lnTo>
                  <a:pt x="10543" y="17468"/>
                </a:lnTo>
                <a:lnTo>
                  <a:pt x="10646" y="17095"/>
                </a:lnTo>
                <a:lnTo>
                  <a:pt x="10737" y="16729"/>
                </a:lnTo>
                <a:lnTo>
                  <a:pt x="10823" y="16356"/>
                </a:lnTo>
                <a:lnTo>
                  <a:pt x="11154" y="16402"/>
                </a:lnTo>
                <a:lnTo>
                  <a:pt x="11485" y="16433"/>
                </a:lnTo>
                <a:lnTo>
                  <a:pt x="11805" y="16464"/>
                </a:lnTo>
                <a:lnTo>
                  <a:pt x="12124" y="16480"/>
                </a:lnTo>
                <a:lnTo>
                  <a:pt x="12444" y="16488"/>
                </a:lnTo>
                <a:lnTo>
                  <a:pt x="12758" y="16480"/>
                </a:lnTo>
                <a:lnTo>
                  <a:pt x="13066" y="16472"/>
                </a:lnTo>
                <a:lnTo>
                  <a:pt x="13369" y="16449"/>
                </a:lnTo>
                <a:lnTo>
                  <a:pt x="13597" y="16418"/>
                </a:lnTo>
                <a:lnTo>
                  <a:pt x="13825" y="16395"/>
                </a:lnTo>
                <a:lnTo>
                  <a:pt x="14048" y="16356"/>
                </a:lnTo>
                <a:lnTo>
                  <a:pt x="14271" y="16317"/>
                </a:lnTo>
                <a:lnTo>
                  <a:pt x="14493" y="16262"/>
                </a:lnTo>
                <a:lnTo>
                  <a:pt x="14710" y="16216"/>
                </a:lnTo>
                <a:lnTo>
                  <a:pt x="14921" y="16153"/>
                </a:lnTo>
                <a:lnTo>
                  <a:pt x="15138" y="16091"/>
                </a:lnTo>
                <a:lnTo>
                  <a:pt x="15344" y="16021"/>
                </a:lnTo>
                <a:lnTo>
                  <a:pt x="15549" y="15943"/>
                </a:lnTo>
                <a:lnTo>
                  <a:pt x="15755" y="15858"/>
                </a:lnTo>
                <a:lnTo>
                  <a:pt x="15954" y="15772"/>
                </a:lnTo>
                <a:lnTo>
                  <a:pt x="16154" y="15679"/>
                </a:lnTo>
                <a:lnTo>
                  <a:pt x="16543" y="15476"/>
                </a:lnTo>
                <a:lnTo>
                  <a:pt x="16731" y="15367"/>
                </a:lnTo>
                <a:lnTo>
                  <a:pt x="16942" y="15235"/>
                </a:lnTo>
                <a:lnTo>
                  <a:pt x="17148" y="15095"/>
                </a:lnTo>
                <a:lnTo>
                  <a:pt x="17347" y="14955"/>
                </a:lnTo>
                <a:lnTo>
                  <a:pt x="17547" y="14807"/>
                </a:lnTo>
                <a:lnTo>
                  <a:pt x="17741" y="14644"/>
                </a:lnTo>
                <a:lnTo>
                  <a:pt x="17930" y="14480"/>
                </a:lnTo>
                <a:lnTo>
                  <a:pt x="18118" y="14309"/>
                </a:lnTo>
                <a:lnTo>
                  <a:pt x="18301" y="14130"/>
                </a:lnTo>
                <a:lnTo>
                  <a:pt x="18483" y="13951"/>
                </a:lnTo>
                <a:lnTo>
                  <a:pt x="18660" y="13757"/>
                </a:lnTo>
                <a:lnTo>
                  <a:pt x="18832" y="13554"/>
                </a:lnTo>
                <a:lnTo>
                  <a:pt x="19003" y="13352"/>
                </a:lnTo>
                <a:lnTo>
                  <a:pt x="19163" y="13142"/>
                </a:lnTo>
                <a:lnTo>
                  <a:pt x="19328" y="12924"/>
                </a:lnTo>
                <a:lnTo>
                  <a:pt x="19482" y="12691"/>
                </a:lnTo>
                <a:lnTo>
                  <a:pt x="19636" y="12465"/>
                </a:lnTo>
                <a:lnTo>
                  <a:pt x="19790" y="12224"/>
                </a:lnTo>
                <a:lnTo>
                  <a:pt x="19933" y="11975"/>
                </a:lnTo>
                <a:lnTo>
                  <a:pt x="20082" y="11726"/>
                </a:lnTo>
                <a:lnTo>
                  <a:pt x="20356" y="11197"/>
                </a:lnTo>
                <a:lnTo>
                  <a:pt x="20487" y="10924"/>
                </a:lnTo>
                <a:lnTo>
                  <a:pt x="20612" y="10644"/>
                </a:lnTo>
                <a:lnTo>
                  <a:pt x="20738" y="10356"/>
                </a:lnTo>
                <a:lnTo>
                  <a:pt x="20978" y="9765"/>
                </a:lnTo>
                <a:lnTo>
                  <a:pt x="21092" y="9454"/>
                </a:lnTo>
                <a:lnTo>
                  <a:pt x="21200" y="9143"/>
                </a:lnTo>
                <a:lnTo>
                  <a:pt x="21303" y="8824"/>
                </a:lnTo>
                <a:lnTo>
                  <a:pt x="21406" y="8497"/>
                </a:lnTo>
                <a:lnTo>
                  <a:pt x="21503" y="8162"/>
                </a:lnTo>
                <a:lnTo>
                  <a:pt x="21600" y="7828"/>
                </a:lnTo>
                <a:lnTo>
                  <a:pt x="21600" y="7454"/>
                </a:lnTo>
                <a:lnTo>
                  <a:pt x="21509" y="7804"/>
                </a:lnTo>
                <a:lnTo>
                  <a:pt x="21412" y="8154"/>
                </a:lnTo>
                <a:lnTo>
                  <a:pt x="21309" y="8497"/>
                </a:lnTo>
                <a:lnTo>
                  <a:pt x="21206" y="8824"/>
                </a:lnTo>
                <a:lnTo>
                  <a:pt x="21098" y="9150"/>
                </a:lnTo>
                <a:lnTo>
                  <a:pt x="20984" y="9469"/>
                </a:lnTo>
                <a:lnTo>
                  <a:pt x="20869" y="9781"/>
                </a:lnTo>
                <a:lnTo>
                  <a:pt x="20749" y="10084"/>
                </a:lnTo>
                <a:lnTo>
                  <a:pt x="20624" y="10380"/>
                </a:lnTo>
                <a:lnTo>
                  <a:pt x="20493" y="10675"/>
                </a:lnTo>
                <a:lnTo>
                  <a:pt x="20361" y="10956"/>
                </a:lnTo>
                <a:lnTo>
                  <a:pt x="20087" y="11500"/>
                </a:lnTo>
                <a:lnTo>
                  <a:pt x="19945" y="11765"/>
                </a:lnTo>
                <a:lnTo>
                  <a:pt x="19796" y="12014"/>
                </a:lnTo>
                <a:lnTo>
                  <a:pt x="19642" y="12263"/>
                </a:lnTo>
                <a:lnTo>
                  <a:pt x="19488" y="12504"/>
                </a:lnTo>
                <a:lnTo>
                  <a:pt x="19328" y="12737"/>
                </a:lnTo>
                <a:lnTo>
                  <a:pt x="19163" y="12963"/>
                </a:lnTo>
                <a:lnTo>
                  <a:pt x="18997" y="13181"/>
                </a:lnTo>
                <a:lnTo>
                  <a:pt x="18826" y="13399"/>
                </a:lnTo>
                <a:lnTo>
                  <a:pt x="18655" y="13601"/>
                </a:lnTo>
                <a:lnTo>
                  <a:pt x="18472" y="13796"/>
                </a:lnTo>
                <a:lnTo>
                  <a:pt x="18289" y="13990"/>
                </a:lnTo>
                <a:lnTo>
                  <a:pt x="18106" y="14169"/>
                </a:lnTo>
                <a:lnTo>
                  <a:pt x="17918" y="14348"/>
                </a:lnTo>
                <a:lnTo>
                  <a:pt x="17724" y="14519"/>
                </a:lnTo>
                <a:lnTo>
                  <a:pt x="17325" y="14831"/>
                </a:lnTo>
                <a:lnTo>
                  <a:pt x="17119" y="14978"/>
                </a:lnTo>
                <a:lnTo>
                  <a:pt x="16908" y="15118"/>
                </a:lnTo>
                <a:lnTo>
                  <a:pt x="16697" y="15251"/>
                </a:lnTo>
                <a:lnTo>
                  <a:pt x="16508" y="15360"/>
                </a:lnTo>
                <a:lnTo>
                  <a:pt x="16320" y="15461"/>
                </a:lnTo>
                <a:lnTo>
                  <a:pt x="16126" y="15562"/>
                </a:lnTo>
                <a:lnTo>
                  <a:pt x="15926" y="15655"/>
                </a:lnTo>
                <a:lnTo>
                  <a:pt x="15726" y="15741"/>
                </a:lnTo>
                <a:lnTo>
                  <a:pt x="15526" y="15819"/>
                </a:lnTo>
                <a:lnTo>
                  <a:pt x="15321" y="15896"/>
                </a:lnTo>
                <a:lnTo>
                  <a:pt x="15115" y="15967"/>
                </a:lnTo>
                <a:lnTo>
                  <a:pt x="14904" y="16029"/>
                </a:lnTo>
                <a:lnTo>
                  <a:pt x="14693" y="16091"/>
                </a:lnTo>
                <a:lnTo>
                  <a:pt x="14476" y="16146"/>
                </a:lnTo>
                <a:lnTo>
                  <a:pt x="14259" y="16192"/>
                </a:lnTo>
                <a:lnTo>
                  <a:pt x="13814" y="16270"/>
                </a:lnTo>
                <a:lnTo>
                  <a:pt x="13591" y="16301"/>
                </a:lnTo>
                <a:lnTo>
                  <a:pt x="13363" y="16325"/>
                </a:lnTo>
                <a:lnTo>
                  <a:pt x="13060" y="16348"/>
                </a:lnTo>
                <a:lnTo>
                  <a:pt x="12758" y="16356"/>
                </a:lnTo>
                <a:lnTo>
                  <a:pt x="12450" y="16363"/>
                </a:lnTo>
                <a:lnTo>
                  <a:pt x="12136" y="16356"/>
                </a:lnTo>
                <a:lnTo>
                  <a:pt x="11822" y="16340"/>
                </a:lnTo>
                <a:lnTo>
                  <a:pt x="11502" y="16309"/>
                </a:lnTo>
                <a:lnTo>
                  <a:pt x="11177" y="16278"/>
                </a:lnTo>
                <a:lnTo>
                  <a:pt x="10851" y="16231"/>
                </a:lnTo>
                <a:lnTo>
                  <a:pt x="10903" y="15982"/>
                </a:lnTo>
                <a:lnTo>
                  <a:pt x="10948" y="15725"/>
                </a:lnTo>
                <a:lnTo>
                  <a:pt x="10988" y="15476"/>
                </a:lnTo>
                <a:lnTo>
                  <a:pt x="11023" y="15220"/>
                </a:lnTo>
                <a:lnTo>
                  <a:pt x="11057" y="14963"/>
                </a:lnTo>
                <a:lnTo>
                  <a:pt x="11085" y="14706"/>
                </a:lnTo>
                <a:lnTo>
                  <a:pt x="11108" y="14457"/>
                </a:lnTo>
                <a:lnTo>
                  <a:pt x="11125" y="14200"/>
                </a:lnTo>
                <a:lnTo>
                  <a:pt x="11143" y="13905"/>
                </a:lnTo>
                <a:lnTo>
                  <a:pt x="11154" y="13617"/>
                </a:lnTo>
                <a:lnTo>
                  <a:pt x="11165" y="13329"/>
                </a:lnTo>
                <a:lnTo>
                  <a:pt x="11165" y="13033"/>
                </a:lnTo>
                <a:lnTo>
                  <a:pt x="11160" y="12745"/>
                </a:lnTo>
                <a:lnTo>
                  <a:pt x="11137" y="12154"/>
                </a:lnTo>
                <a:lnTo>
                  <a:pt x="11114" y="11858"/>
                </a:lnTo>
                <a:lnTo>
                  <a:pt x="11091" y="11555"/>
                </a:lnTo>
                <a:lnTo>
                  <a:pt x="11057" y="11259"/>
                </a:lnTo>
                <a:lnTo>
                  <a:pt x="11023" y="10956"/>
                </a:lnTo>
                <a:lnTo>
                  <a:pt x="10983" y="10652"/>
                </a:lnTo>
                <a:lnTo>
                  <a:pt x="10931" y="10349"/>
                </a:lnTo>
                <a:lnTo>
                  <a:pt x="10880" y="10037"/>
                </a:lnTo>
                <a:lnTo>
                  <a:pt x="10823" y="9726"/>
                </a:lnTo>
                <a:lnTo>
                  <a:pt x="10760" y="9415"/>
                </a:lnTo>
                <a:lnTo>
                  <a:pt x="10646" y="8901"/>
                </a:lnTo>
                <a:lnTo>
                  <a:pt x="10515" y="8372"/>
                </a:lnTo>
                <a:lnTo>
                  <a:pt x="10372" y="7843"/>
                </a:lnTo>
                <a:lnTo>
                  <a:pt x="10212" y="7299"/>
                </a:lnTo>
                <a:lnTo>
                  <a:pt x="10035" y="6746"/>
                </a:lnTo>
                <a:lnTo>
                  <a:pt x="9841" y="6178"/>
                </a:lnTo>
                <a:lnTo>
                  <a:pt x="9630" y="5602"/>
                </a:lnTo>
                <a:lnTo>
                  <a:pt x="9407" y="5011"/>
                </a:lnTo>
                <a:lnTo>
                  <a:pt x="9287" y="4723"/>
                </a:lnTo>
                <a:lnTo>
                  <a:pt x="9167" y="4451"/>
                </a:lnTo>
                <a:lnTo>
                  <a:pt x="9042" y="4178"/>
                </a:lnTo>
                <a:lnTo>
                  <a:pt x="8911" y="3914"/>
                </a:lnTo>
                <a:lnTo>
                  <a:pt x="8774" y="3657"/>
                </a:lnTo>
                <a:lnTo>
                  <a:pt x="8637" y="3416"/>
                </a:lnTo>
                <a:lnTo>
                  <a:pt x="8488" y="3175"/>
                </a:lnTo>
                <a:lnTo>
                  <a:pt x="8334" y="2941"/>
                </a:lnTo>
                <a:lnTo>
                  <a:pt x="8180" y="2716"/>
                </a:lnTo>
                <a:lnTo>
                  <a:pt x="8020" y="2498"/>
                </a:lnTo>
                <a:lnTo>
                  <a:pt x="7849" y="2287"/>
                </a:lnTo>
                <a:lnTo>
                  <a:pt x="7678" y="2085"/>
                </a:lnTo>
                <a:lnTo>
                  <a:pt x="7501" y="1891"/>
                </a:lnTo>
                <a:lnTo>
                  <a:pt x="7324" y="1704"/>
                </a:lnTo>
                <a:lnTo>
                  <a:pt x="7135" y="1525"/>
                </a:lnTo>
                <a:lnTo>
                  <a:pt x="6947" y="1354"/>
                </a:lnTo>
                <a:lnTo>
                  <a:pt x="6776" y="1214"/>
                </a:lnTo>
                <a:lnTo>
                  <a:pt x="6599" y="1081"/>
                </a:lnTo>
                <a:lnTo>
                  <a:pt x="6427" y="949"/>
                </a:lnTo>
                <a:lnTo>
                  <a:pt x="6245" y="833"/>
                </a:lnTo>
                <a:lnTo>
                  <a:pt x="6068" y="724"/>
                </a:lnTo>
                <a:lnTo>
                  <a:pt x="5885" y="615"/>
                </a:lnTo>
                <a:lnTo>
                  <a:pt x="5702" y="521"/>
                </a:lnTo>
                <a:lnTo>
                  <a:pt x="5520" y="428"/>
                </a:lnTo>
                <a:lnTo>
                  <a:pt x="5331" y="350"/>
                </a:lnTo>
                <a:lnTo>
                  <a:pt x="5149" y="280"/>
                </a:lnTo>
                <a:lnTo>
                  <a:pt x="4960" y="218"/>
                </a:lnTo>
                <a:lnTo>
                  <a:pt x="4772" y="156"/>
                </a:lnTo>
                <a:lnTo>
                  <a:pt x="4584" y="109"/>
                </a:lnTo>
                <a:lnTo>
                  <a:pt x="4395" y="70"/>
                </a:lnTo>
                <a:lnTo>
                  <a:pt x="4201" y="39"/>
                </a:lnTo>
                <a:lnTo>
                  <a:pt x="4013" y="15"/>
                </a:lnTo>
                <a:lnTo>
                  <a:pt x="3756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3293981"/>
            <a:ext cx="8593201" cy="6126601"/>
          </a:xfrm>
          <a:prstGeom prst="rect">
            <a:avLst/>
          </a:prstGeom>
        </p:spPr>
        <p:txBody>
          <a:bodyPr lIns="182849" tIns="182849" rIns="182849" bIns="182849" anchor="b"/>
          <a:lstStyle>
            <a:lvl1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Google Shape;221;p25"/>
          <p:cNvSpPr>
            <a:spLocks noGrp="1"/>
          </p:cNvSpPr>
          <p:nvPr>
            <p:ph type="pic" sz="half" idx="21"/>
          </p:nvPr>
        </p:nvSpPr>
        <p:spPr>
          <a:xfrm>
            <a:off x="10424600" y="920600"/>
            <a:ext cx="7405801" cy="82721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55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5932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256" name="Google Shape;223;p25"/>
          <p:cNvSpPr/>
          <p:nvPr/>
        </p:nvSpPr>
        <p:spPr>
          <a:xfrm>
            <a:off x="14611318" y="-1"/>
            <a:ext cx="3676674" cy="301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23" y="460"/>
                </a:lnTo>
                <a:lnTo>
                  <a:pt x="1889" y="954"/>
                </a:lnTo>
                <a:lnTo>
                  <a:pt x="2882" y="1482"/>
                </a:lnTo>
                <a:lnTo>
                  <a:pt x="3889" y="2061"/>
                </a:lnTo>
                <a:lnTo>
                  <a:pt x="5148" y="2811"/>
                </a:lnTo>
                <a:lnTo>
                  <a:pt x="6366" y="3577"/>
                </a:lnTo>
                <a:lnTo>
                  <a:pt x="6953" y="3969"/>
                </a:lnTo>
                <a:lnTo>
                  <a:pt x="7541" y="4361"/>
                </a:lnTo>
                <a:lnTo>
                  <a:pt x="8114" y="4770"/>
                </a:lnTo>
                <a:lnTo>
                  <a:pt x="8688" y="5179"/>
                </a:lnTo>
                <a:lnTo>
                  <a:pt x="9233" y="5587"/>
                </a:lnTo>
                <a:lnTo>
                  <a:pt x="9793" y="6013"/>
                </a:lnTo>
                <a:lnTo>
                  <a:pt x="10856" y="6865"/>
                </a:lnTo>
                <a:lnTo>
                  <a:pt x="11374" y="7308"/>
                </a:lnTo>
                <a:lnTo>
                  <a:pt x="11877" y="7751"/>
                </a:lnTo>
                <a:lnTo>
                  <a:pt x="12367" y="8194"/>
                </a:lnTo>
                <a:lnTo>
                  <a:pt x="12857" y="8637"/>
                </a:lnTo>
                <a:lnTo>
                  <a:pt x="13444" y="9199"/>
                </a:lnTo>
                <a:lnTo>
                  <a:pt x="14032" y="9778"/>
                </a:lnTo>
                <a:lnTo>
                  <a:pt x="14591" y="10357"/>
                </a:lnTo>
                <a:lnTo>
                  <a:pt x="15654" y="11549"/>
                </a:lnTo>
                <a:lnTo>
                  <a:pt x="16158" y="12146"/>
                </a:lnTo>
                <a:lnTo>
                  <a:pt x="16648" y="12759"/>
                </a:lnTo>
                <a:lnTo>
                  <a:pt x="17123" y="13372"/>
                </a:lnTo>
                <a:lnTo>
                  <a:pt x="17585" y="13986"/>
                </a:lnTo>
                <a:lnTo>
                  <a:pt x="18033" y="14616"/>
                </a:lnTo>
                <a:lnTo>
                  <a:pt x="18452" y="15246"/>
                </a:lnTo>
                <a:lnTo>
                  <a:pt x="18858" y="15893"/>
                </a:lnTo>
                <a:lnTo>
                  <a:pt x="19614" y="17188"/>
                </a:lnTo>
                <a:lnTo>
                  <a:pt x="19963" y="17853"/>
                </a:lnTo>
                <a:lnTo>
                  <a:pt x="20299" y="18500"/>
                </a:lnTo>
                <a:lnTo>
                  <a:pt x="20663" y="19266"/>
                </a:lnTo>
                <a:lnTo>
                  <a:pt x="20998" y="20033"/>
                </a:lnTo>
                <a:lnTo>
                  <a:pt x="21306" y="20817"/>
                </a:lnTo>
                <a:lnTo>
                  <a:pt x="21600" y="21600"/>
                </a:lnTo>
                <a:lnTo>
                  <a:pt x="21600" y="20936"/>
                </a:lnTo>
                <a:lnTo>
                  <a:pt x="21348" y="20288"/>
                </a:lnTo>
                <a:lnTo>
                  <a:pt x="21082" y="19641"/>
                </a:lnTo>
                <a:lnTo>
                  <a:pt x="20789" y="18994"/>
                </a:lnTo>
                <a:lnTo>
                  <a:pt x="20495" y="18364"/>
                </a:lnTo>
                <a:lnTo>
                  <a:pt x="20159" y="17699"/>
                </a:lnTo>
                <a:lnTo>
                  <a:pt x="19795" y="17035"/>
                </a:lnTo>
                <a:lnTo>
                  <a:pt x="19432" y="16387"/>
                </a:lnTo>
                <a:lnTo>
                  <a:pt x="19040" y="15723"/>
                </a:lnTo>
                <a:lnTo>
                  <a:pt x="18620" y="15093"/>
                </a:lnTo>
                <a:lnTo>
                  <a:pt x="18201" y="14445"/>
                </a:lnTo>
                <a:lnTo>
                  <a:pt x="17753" y="13815"/>
                </a:lnTo>
                <a:lnTo>
                  <a:pt x="17291" y="13185"/>
                </a:lnTo>
                <a:lnTo>
                  <a:pt x="16815" y="12572"/>
                </a:lnTo>
                <a:lnTo>
                  <a:pt x="16326" y="11958"/>
                </a:lnTo>
                <a:lnTo>
                  <a:pt x="15808" y="11345"/>
                </a:lnTo>
                <a:lnTo>
                  <a:pt x="15277" y="10749"/>
                </a:lnTo>
                <a:lnTo>
                  <a:pt x="14731" y="10153"/>
                </a:lnTo>
                <a:lnTo>
                  <a:pt x="14172" y="9573"/>
                </a:lnTo>
                <a:lnTo>
                  <a:pt x="13584" y="8994"/>
                </a:lnTo>
                <a:lnTo>
                  <a:pt x="12997" y="8415"/>
                </a:lnTo>
                <a:lnTo>
                  <a:pt x="12507" y="7972"/>
                </a:lnTo>
                <a:lnTo>
                  <a:pt x="12003" y="7529"/>
                </a:lnTo>
                <a:lnTo>
                  <a:pt x="11500" y="7086"/>
                </a:lnTo>
                <a:lnTo>
                  <a:pt x="10982" y="6644"/>
                </a:lnTo>
                <a:lnTo>
                  <a:pt x="10450" y="6218"/>
                </a:lnTo>
                <a:lnTo>
                  <a:pt x="9905" y="5792"/>
                </a:lnTo>
                <a:lnTo>
                  <a:pt x="9359" y="5366"/>
                </a:lnTo>
                <a:lnTo>
                  <a:pt x="8800" y="4940"/>
                </a:lnTo>
                <a:lnTo>
                  <a:pt x="8226" y="4531"/>
                </a:lnTo>
                <a:lnTo>
                  <a:pt x="7653" y="4122"/>
                </a:lnTo>
                <a:lnTo>
                  <a:pt x="7065" y="3730"/>
                </a:lnTo>
                <a:lnTo>
                  <a:pt x="6463" y="3339"/>
                </a:lnTo>
                <a:lnTo>
                  <a:pt x="5246" y="2555"/>
                </a:lnTo>
                <a:lnTo>
                  <a:pt x="3987" y="1806"/>
                </a:lnTo>
                <a:lnTo>
                  <a:pt x="3120" y="1312"/>
                </a:lnTo>
                <a:lnTo>
                  <a:pt x="2253" y="852"/>
                </a:lnTo>
                <a:lnTo>
                  <a:pt x="1413" y="409"/>
                </a:lnTo>
                <a:lnTo>
                  <a:pt x="602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57" name="Google Shape;224;p25"/>
          <p:cNvSpPr txBox="1"/>
          <p:nvPr/>
        </p:nvSpPr>
        <p:spPr>
          <a:xfrm>
            <a:off x="13440599" y="9600549"/>
            <a:ext cx="4390201" cy="581601"/>
          </a:xfrm>
          <a:prstGeom prst="rect">
            <a:avLst/>
          </a:prstGeom>
          <a:ln w="12700">
            <a:miter lim="400000"/>
          </a:ln>
        </p:spPr>
        <p:txBody>
          <a:bodyPr lIns="182849" tIns="182849" rIns="182849" bIns="182849">
            <a:spAutoFit/>
          </a:bodyPr>
          <a:lstStyle/>
          <a:p>
            <a:pPr algn="r">
              <a:defRPr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8094099"/>
            <a:ext cx="576169" cy="581601"/>
          </a:xfrm>
          <a:prstGeom prst="rect">
            <a:avLst/>
          </a:prstGeom>
        </p:spPr>
        <p:txBody>
          <a:bodyPr lIns="182849" tIns="182849" rIns="182849" bIns="182849"/>
          <a:lstStyle>
            <a:lvl1pPr>
              <a:defRPr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1_1_1_1_1_1_2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27;p26" descr="Google Shape;227;p26"/>
          <p:cNvPicPr>
            <a:picLocks noChangeAspect="1"/>
          </p:cNvPicPr>
          <p:nvPr/>
        </p:nvPicPr>
        <p:blipFill>
          <a:blip r:embed="rId2"/>
          <a:srcRect t="23213"/>
          <a:stretch>
            <a:fillRect/>
          </a:stretch>
        </p:blipFill>
        <p:spPr>
          <a:xfrm>
            <a:off x="3237350" y="-6"/>
            <a:ext cx="6482401" cy="4977449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Google Shape;228;p26"/>
          <p:cNvSpPr/>
          <p:nvPr/>
        </p:nvSpPr>
        <p:spPr>
          <a:xfrm rot="5400000">
            <a:off x="-12294" y="2319982"/>
            <a:ext cx="7978200" cy="7978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553"/>
                </a:lnTo>
                <a:close/>
              </a:path>
            </a:pathLst>
          </a:custGeom>
          <a:gradFill>
            <a:gsLst>
              <a:gs pos="0">
                <a:srgbClr val="6AD1FA"/>
              </a:gs>
              <a:gs pos="64000">
                <a:srgbClr val="1F1F1F"/>
              </a:gs>
              <a:gs pos="100000">
                <a:srgbClr val="1F1F1F"/>
              </a:gs>
            </a:gsLst>
            <a:path path="circle">
              <a:fillToRect l="-19636" t="62278" r="119636" b="37721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800"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pic>
        <p:nvPicPr>
          <p:cNvPr id="267" name="Google Shape;229;p26" descr="Google Shape;229;p26"/>
          <p:cNvPicPr>
            <a:picLocks noChangeAspect="1"/>
          </p:cNvPicPr>
          <p:nvPr/>
        </p:nvPicPr>
        <p:blipFill>
          <a:blip r:embed="rId3"/>
          <a:srcRect r="37757"/>
          <a:stretch>
            <a:fillRect/>
          </a:stretch>
        </p:blipFill>
        <p:spPr>
          <a:xfrm rot="10800000">
            <a:off x="-1" y="1843100"/>
            <a:ext cx="4970502" cy="7985601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237899" y="3293981"/>
            <a:ext cx="8593201" cy="6126601"/>
          </a:xfrm>
          <a:prstGeom prst="rect">
            <a:avLst/>
          </a:prstGeom>
        </p:spPr>
        <p:txBody>
          <a:bodyPr lIns="182849" tIns="182849" rIns="182849" bIns="182849" anchor="b"/>
          <a:lstStyle>
            <a:lvl1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9" name="Title Text"/>
          <p:cNvSpPr txBox="1">
            <a:spLocks noGrp="1"/>
          </p:cNvSpPr>
          <p:nvPr>
            <p:ph type="title"/>
          </p:nvPr>
        </p:nvSpPr>
        <p:spPr>
          <a:xfrm>
            <a:off x="9237899" y="457200"/>
            <a:ext cx="85932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270" name="Google Shape;233;p26"/>
          <p:cNvSpPr/>
          <p:nvPr/>
        </p:nvSpPr>
        <p:spPr>
          <a:xfrm>
            <a:off x="-1" y="0"/>
            <a:ext cx="8593037" cy="91772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10" y="0"/>
                </a:moveTo>
                <a:lnTo>
                  <a:pt x="14557" y="66"/>
                </a:lnTo>
                <a:lnTo>
                  <a:pt x="14809" y="137"/>
                </a:lnTo>
                <a:lnTo>
                  <a:pt x="15050" y="220"/>
                </a:lnTo>
                <a:lnTo>
                  <a:pt x="15297" y="302"/>
                </a:lnTo>
                <a:lnTo>
                  <a:pt x="15538" y="396"/>
                </a:lnTo>
                <a:lnTo>
                  <a:pt x="15779" y="495"/>
                </a:lnTo>
                <a:lnTo>
                  <a:pt x="16013" y="605"/>
                </a:lnTo>
                <a:lnTo>
                  <a:pt x="16249" y="721"/>
                </a:lnTo>
                <a:lnTo>
                  <a:pt x="16554" y="880"/>
                </a:lnTo>
                <a:lnTo>
                  <a:pt x="16854" y="1040"/>
                </a:lnTo>
                <a:lnTo>
                  <a:pt x="17141" y="1210"/>
                </a:lnTo>
                <a:lnTo>
                  <a:pt x="17423" y="1381"/>
                </a:lnTo>
                <a:lnTo>
                  <a:pt x="17699" y="1557"/>
                </a:lnTo>
                <a:lnTo>
                  <a:pt x="17958" y="1738"/>
                </a:lnTo>
                <a:lnTo>
                  <a:pt x="18216" y="1925"/>
                </a:lnTo>
                <a:lnTo>
                  <a:pt x="18457" y="2112"/>
                </a:lnTo>
                <a:lnTo>
                  <a:pt x="18698" y="2310"/>
                </a:lnTo>
                <a:lnTo>
                  <a:pt x="18921" y="2508"/>
                </a:lnTo>
                <a:lnTo>
                  <a:pt x="19145" y="2706"/>
                </a:lnTo>
                <a:lnTo>
                  <a:pt x="19350" y="2915"/>
                </a:lnTo>
                <a:lnTo>
                  <a:pt x="19550" y="3124"/>
                </a:lnTo>
                <a:lnTo>
                  <a:pt x="19744" y="3339"/>
                </a:lnTo>
                <a:lnTo>
                  <a:pt x="19920" y="3553"/>
                </a:lnTo>
                <a:lnTo>
                  <a:pt x="20096" y="3773"/>
                </a:lnTo>
                <a:lnTo>
                  <a:pt x="20243" y="3982"/>
                </a:lnTo>
                <a:lnTo>
                  <a:pt x="20384" y="4197"/>
                </a:lnTo>
                <a:lnTo>
                  <a:pt x="20519" y="4406"/>
                </a:lnTo>
                <a:lnTo>
                  <a:pt x="20643" y="4626"/>
                </a:lnTo>
                <a:lnTo>
                  <a:pt x="20760" y="4840"/>
                </a:lnTo>
                <a:lnTo>
                  <a:pt x="20872" y="5066"/>
                </a:lnTo>
                <a:lnTo>
                  <a:pt x="20971" y="5286"/>
                </a:lnTo>
                <a:lnTo>
                  <a:pt x="21060" y="5511"/>
                </a:lnTo>
                <a:lnTo>
                  <a:pt x="21142" y="5742"/>
                </a:lnTo>
                <a:lnTo>
                  <a:pt x="21218" y="5973"/>
                </a:lnTo>
                <a:lnTo>
                  <a:pt x="21283" y="6204"/>
                </a:lnTo>
                <a:lnTo>
                  <a:pt x="21342" y="6441"/>
                </a:lnTo>
                <a:lnTo>
                  <a:pt x="21389" y="6677"/>
                </a:lnTo>
                <a:lnTo>
                  <a:pt x="21430" y="6919"/>
                </a:lnTo>
                <a:lnTo>
                  <a:pt x="21465" y="7161"/>
                </a:lnTo>
                <a:lnTo>
                  <a:pt x="21483" y="7404"/>
                </a:lnTo>
                <a:lnTo>
                  <a:pt x="21500" y="7689"/>
                </a:lnTo>
                <a:lnTo>
                  <a:pt x="21506" y="7981"/>
                </a:lnTo>
                <a:lnTo>
                  <a:pt x="21494" y="8273"/>
                </a:lnTo>
                <a:lnTo>
                  <a:pt x="21477" y="8564"/>
                </a:lnTo>
                <a:lnTo>
                  <a:pt x="21441" y="8856"/>
                </a:lnTo>
                <a:lnTo>
                  <a:pt x="21400" y="9147"/>
                </a:lnTo>
                <a:lnTo>
                  <a:pt x="21342" y="9439"/>
                </a:lnTo>
                <a:lnTo>
                  <a:pt x="21277" y="9736"/>
                </a:lnTo>
                <a:lnTo>
                  <a:pt x="21195" y="10027"/>
                </a:lnTo>
                <a:lnTo>
                  <a:pt x="21107" y="10319"/>
                </a:lnTo>
                <a:lnTo>
                  <a:pt x="21007" y="10616"/>
                </a:lnTo>
                <a:lnTo>
                  <a:pt x="20889" y="10907"/>
                </a:lnTo>
                <a:lnTo>
                  <a:pt x="20766" y="11199"/>
                </a:lnTo>
                <a:lnTo>
                  <a:pt x="20631" y="11485"/>
                </a:lnTo>
                <a:lnTo>
                  <a:pt x="20484" y="11776"/>
                </a:lnTo>
                <a:lnTo>
                  <a:pt x="20325" y="12062"/>
                </a:lnTo>
                <a:lnTo>
                  <a:pt x="20161" y="12337"/>
                </a:lnTo>
                <a:lnTo>
                  <a:pt x="19985" y="12612"/>
                </a:lnTo>
                <a:lnTo>
                  <a:pt x="19797" y="12887"/>
                </a:lnTo>
                <a:lnTo>
                  <a:pt x="19603" y="13157"/>
                </a:lnTo>
                <a:lnTo>
                  <a:pt x="19397" y="13421"/>
                </a:lnTo>
                <a:lnTo>
                  <a:pt x="19186" y="13679"/>
                </a:lnTo>
                <a:lnTo>
                  <a:pt x="18962" y="13938"/>
                </a:lnTo>
                <a:lnTo>
                  <a:pt x="18727" y="14191"/>
                </a:lnTo>
                <a:lnTo>
                  <a:pt x="18493" y="14438"/>
                </a:lnTo>
                <a:lnTo>
                  <a:pt x="18240" y="14680"/>
                </a:lnTo>
                <a:lnTo>
                  <a:pt x="17987" y="14917"/>
                </a:lnTo>
                <a:lnTo>
                  <a:pt x="17723" y="15148"/>
                </a:lnTo>
                <a:lnTo>
                  <a:pt x="17453" y="15373"/>
                </a:lnTo>
                <a:lnTo>
                  <a:pt x="17171" y="15594"/>
                </a:lnTo>
                <a:lnTo>
                  <a:pt x="16883" y="15808"/>
                </a:lnTo>
                <a:lnTo>
                  <a:pt x="16595" y="16017"/>
                </a:lnTo>
                <a:lnTo>
                  <a:pt x="16425" y="16133"/>
                </a:lnTo>
                <a:lnTo>
                  <a:pt x="16254" y="16243"/>
                </a:lnTo>
                <a:lnTo>
                  <a:pt x="16078" y="16353"/>
                </a:lnTo>
                <a:lnTo>
                  <a:pt x="15896" y="16457"/>
                </a:lnTo>
                <a:lnTo>
                  <a:pt x="15714" y="16562"/>
                </a:lnTo>
                <a:lnTo>
                  <a:pt x="15532" y="16661"/>
                </a:lnTo>
                <a:lnTo>
                  <a:pt x="15344" y="16760"/>
                </a:lnTo>
                <a:lnTo>
                  <a:pt x="15150" y="16853"/>
                </a:lnTo>
                <a:lnTo>
                  <a:pt x="14956" y="16947"/>
                </a:lnTo>
                <a:lnTo>
                  <a:pt x="14756" y="17035"/>
                </a:lnTo>
                <a:lnTo>
                  <a:pt x="14557" y="17123"/>
                </a:lnTo>
                <a:lnTo>
                  <a:pt x="14357" y="17205"/>
                </a:lnTo>
                <a:lnTo>
                  <a:pt x="14151" y="17288"/>
                </a:lnTo>
                <a:lnTo>
                  <a:pt x="13940" y="17365"/>
                </a:lnTo>
                <a:lnTo>
                  <a:pt x="13728" y="17442"/>
                </a:lnTo>
                <a:lnTo>
                  <a:pt x="13517" y="17513"/>
                </a:lnTo>
                <a:lnTo>
                  <a:pt x="13305" y="17579"/>
                </a:lnTo>
                <a:lnTo>
                  <a:pt x="13088" y="17645"/>
                </a:lnTo>
                <a:lnTo>
                  <a:pt x="12865" y="17711"/>
                </a:lnTo>
                <a:lnTo>
                  <a:pt x="12642" y="17772"/>
                </a:lnTo>
                <a:lnTo>
                  <a:pt x="12418" y="17827"/>
                </a:lnTo>
                <a:lnTo>
                  <a:pt x="12195" y="17882"/>
                </a:lnTo>
                <a:lnTo>
                  <a:pt x="11966" y="17931"/>
                </a:lnTo>
                <a:lnTo>
                  <a:pt x="11737" y="17981"/>
                </a:lnTo>
                <a:lnTo>
                  <a:pt x="11508" y="18025"/>
                </a:lnTo>
                <a:lnTo>
                  <a:pt x="11273" y="18063"/>
                </a:lnTo>
                <a:lnTo>
                  <a:pt x="11038" y="18102"/>
                </a:lnTo>
                <a:lnTo>
                  <a:pt x="10803" y="18135"/>
                </a:lnTo>
                <a:lnTo>
                  <a:pt x="10568" y="18168"/>
                </a:lnTo>
                <a:lnTo>
                  <a:pt x="10327" y="18195"/>
                </a:lnTo>
                <a:lnTo>
                  <a:pt x="10086" y="18217"/>
                </a:lnTo>
                <a:lnTo>
                  <a:pt x="9851" y="18239"/>
                </a:lnTo>
                <a:lnTo>
                  <a:pt x="9411" y="18267"/>
                </a:lnTo>
                <a:lnTo>
                  <a:pt x="9546" y="18091"/>
                </a:lnTo>
                <a:lnTo>
                  <a:pt x="9675" y="17904"/>
                </a:lnTo>
                <a:lnTo>
                  <a:pt x="9793" y="17717"/>
                </a:lnTo>
                <a:lnTo>
                  <a:pt x="9904" y="17524"/>
                </a:lnTo>
                <a:lnTo>
                  <a:pt x="10039" y="17271"/>
                </a:lnTo>
                <a:lnTo>
                  <a:pt x="10163" y="17018"/>
                </a:lnTo>
                <a:lnTo>
                  <a:pt x="10274" y="16760"/>
                </a:lnTo>
                <a:lnTo>
                  <a:pt x="10368" y="16496"/>
                </a:lnTo>
                <a:lnTo>
                  <a:pt x="10456" y="16232"/>
                </a:lnTo>
                <a:lnTo>
                  <a:pt x="10527" y="15968"/>
                </a:lnTo>
                <a:lnTo>
                  <a:pt x="10586" y="15704"/>
                </a:lnTo>
                <a:lnTo>
                  <a:pt x="10638" y="15434"/>
                </a:lnTo>
                <a:lnTo>
                  <a:pt x="10674" y="15170"/>
                </a:lnTo>
                <a:lnTo>
                  <a:pt x="10703" y="14906"/>
                </a:lnTo>
                <a:lnTo>
                  <a:pt x="10727" y="14642"/>
                </a:lnTo>
                <a:lnTo>
                  <a:pt x="10732" y="14378"/>
                </a:lnTo>
                <a:lnTo>
                  <a:pt x="10732" y="14114"/>
                </a:lnTo>
                <a:lnTo>
                  <a:pt x="10727" y="13855"/>
                </a:lnTo>
                <a:lnTo>
                  <a:pt x="10709" y="13597"/>
                </a:lnTo>
                <a:lnTo>
                  <a:pt x="10686" y="13344"/>
                </a:lnTo>
                <a:lnTo>
                  <a:pt x="10650" y="13091"/>
                </a:lnTo>
                <a:lnTo>
                  <a:pt x="10609" y="12843"/>
                </a:lnTo>
                <a:lnTo>
                  <a:pt x="10568" y="12601"/>
                </a:lnTo>
                <a:lnTo>
                  <a:pt x="10515" y="12365"/>
                </a:lnTo>
                <a:lnTo>
                  <a:pt x="10456" y="12134"/>
                </a:lnTo>
                <a:lnTo>
                  <a:pt x="10392" y="11908"/>
                </a:lnTo>
                <a:lnTo>
                  <a:pt x="10321" y="11688"/>
                </a:lnTo>
                <a:lnTo>
                  <a:pt x="10245" y="11474"/>
                </a:lnTo>
                <a:lnTo>
                  <a:pt x="10163" y="11265"/>
                </a:lnTo>
                <a:lnTo>
                  <a:pt x="10080" y="11067"/>
                </a:lnTo>
                <a:lnTo>
                  <a:pt x="9992" y="10874"/>
                </a:lnTo>
                <a:lnTo>
                  <a:pt x="9904" y="10693"/>
                </a:lnTo>
                <a:lnTo>
                  <a:pt x="9810" y="10517"/>
                </a:lnTo>
                <a:lnTo>
                  <a:pt x="9716" y="10352"/>
                </a:lnTo>
                <a:lnTo>
                  <a:pt x="9616" y="10198"/>
                </a:lnTo>
                <a:lnTo>
                  <a:pt x="9516" y="10055"/>
                </a:lnTo>
                <a:lnTo>
                  <a:pt x="9405" y="9912"/>
                </a:lnTo>
                <a:lnTo>
                  <a:pt x="9287" y="9774"/>
                </a:lnTo>
                <a:lnTo>
                  <a:pt x="9152" y="9637"/>
                </a:lnTo>
                <a:lnTo>
                  <a:pt x="9011" y="9505"/>
                </a:lnTo>
                <a:lnTo>
                  <a:pt x="8853" y="9373"/>
                </a:lnTo>
                <a:lnTo>
                  <a:pt x="8688" y="9252"/>
                </a:lnTo>
                <a:lnTo>
                  <a:pt x="8518" y="9131"/>
                </a:lnTo>
                <a:lnTo>
                  <a:pt x="8336" y="9015"/>
                </a:lnTo>
                <a:lnTo>
                  <a:pt x="8142" y="8905"/>
                </a:lnTo>
                <a:lnTo>
                  <a:pt x="7942" y="8795"/>
                </a:lnTo>
                <a:lnTo>
                  <a:pt x="7737" y="8696"/>
                </a:lnTo>
                <a:lnTo>
                  <a:pt x="7519" y="8603"/>
                </a:lnTo>
                <a:lnTo>
                  <a:pt x="7302" y="8515"/>
                </a:lnTo>
                <a:lnTo>
                  <a:pt x="7073" y="8427"/>
                </a:lnTo>
                <a:lnTo>
                  <a:pt x="6832" y="8350"/>
                </a:lnTo>
                <a:lnTo>
                  <a:pt x="6591" y="8284"/>
                </a:lnTo>
                <a:lnTo>
                  <a:pt x="6344" y="8218"/>
                </a:lnTo>
                <a:lnTo>
                  <a:pt x="6092" y="8163"/>
                </a:lnTo>
                <a:lnTo>
                  <a:pt x="5839" y="8113"/>
                </a:lnTo>
                <a:lnTo>
                  <a:pt x="5587" y="8075"/>
                </a:lnTo>
                <a:lnTo>
                  <a:pt x="5334" y="8042"/>
                </a:lnTo>
                <a:lnTo>
                  <a:pt x="5075" y="8020"/>
                </a:lnTo>
                <a:lnTo>
                  <a:pt x="4823" y="8003"/>
                </a:lnTo>
                <a:lnTo>
                  <a:pt x="4576" y="7998"/>
                </a:lnTo>
                <a:lnTo>
                  <a:pt x="4323" y="7998"/>
                </a:lnTo>
                <a:lnTo>
                  <a:pt x="4083" y="8008"/>
                </a:lnTo>
                <a:lnTo>
                  <a:pt x="3836" y="8025"/>
                </a:lnTo>
                <a:lnTo>
                  <a:pt x="3595" y="8053"/>
                </a:lnTo>
                <a:lnTo>
                  <a:pt x="3360" y="8086"/>
                </a:lnTo>
                <a:lnTo>
                  <a:pt x="3131" y="8130"/>
                </a:lnTo>
                <a:lnTo>
                  <a:pt x="2908" y="8179"/>
                </a:lnTo>
                <a:lnTo>
                  <a:pt x="2685" y="8240"/>
                </a:lnTo>
                <a:lnTo>
                  <a:pt x="2514" y="8295"/>
                </a:lnTo>
                <a:lnTo>
                  <a:pt x="2344" y="8350"/>
                </a:lnTo>
                <a:lnTo>
                  <a:pt x="2179" y="8416"/>
                </a:lnTo>
                <a:lnTo>
                  <a:pt x="2021" y="8482"/>
                </a:lnTo>
                <a:lnTo>
                  <a:pt x="1868" y="8559"/>
                </a:lnTo>
                <a:lnTo>
                  <a:pt x="1721" y="8636"/>
                </a:lnTo>
                <a:lnTo>
                  <a:pt x="1574" y="8718"/>
                </a:lnTo>
                <a:lnTo>
                  <a:pt x="1433" y="8806"/>
                </a:lnTo>
                <a:lnTo>
                  <a:pt x="1298" y="8900"/>
                </a:lnTo>
                <a:lnTo>
                  <a:pt x="1169" y="8993"/>
                </a:lnTo>
                <a:lnTo>
                  <a:pt x="1040" y="9098"/>
                </a:lnTo>
                <a:lnTo>
                  <a:pt x="922" y="9202"/>
                </a:lnTo>
                <a:lnTo>
                  <a:pt x="805" y="9318"/>
                </a:lnTo>
                <a:lnTo>
                  <a:pt x="693" y="9433"/>
                </a:lnTo>
                <a:lnTo>
                  <a:pt x="587" y="9554"/>
                </a:lnTo>
                <a:lnTo>
                  <a:pt x="488" y="9681"/>
                </a:lnTo>
                <a:lnTo>
                  <a:pt x="417" y="9774"/>
                </a:lnTo>
                <a:lnTo>
                  <a:pt x="347" y="9873"/>
                </a:lnTo>
                <a:lnTo>
                  <a:pt x="282" y="9978"/>
                </a:lnTo>
                <a:lnTo>
                  <a:pt x="217" y="10082"/>
                </a:lnTo>
                <a:lnTo>
                  <a:pt x="159" y="10187"/>
                </a:lnTo>
                <a:lnTo>
                  <a:pt x="106" y="10297"/>
                </a:lnTo>
                <a:lnTo>
                  <a:pt x="53" y="10407"/>
                </a:lnTo>
                <a:lnTo>
                  <a:pt x="0" y="10522"/>
                </a:lnTo>
                <a:lnTo>
                  <a:pt x="0" y="10775"/>
                </a:lnTo>
                <a:lnTo>
                  <a:pt x="53" y="10632"/>
                </a:lnTo>
                <a:lnTo>
                  <a:pt x="112" y="10495"/>
                </a:lnTo>
                <a:lnTo>
                  <a:pt x="176" y="10357"/>
                </a:lnTo>
                <a:lnTo>
                  <a:pt x="247" y="10225"/>
                </a:lnTo>
                <a:lnTo>
                  <a:pt x="317" y="10093"/>
                </a:lnTo>
                <a:lnTo>
                  <a:pt x="394" y="9972"/>
                </a:lnTo>
                <a:lnTo>
                  <a:pt x="476" y="9846"/>
                </a:lnTo>
                <a:lnTo>
                  <a:pt x="564" y="9730"/>
                </a:lnTo>
                <a:lnTo>
                  <a:pt x="664" y="9609"/>
                </a:lnTo>
                <a:lnTo>
                  <a:pt x="770" y="9488"/>
                </a:lnTo>
                <a:lnTo>
                  <a:pt x="875" y="9378"/>
                </a:lnTo>
                <a:lnTo>
                  <a:pt x="987" y="9268"/>
                </a:lnTo>
                <a:lnTo>
                  <a:pt x="1104" y="9164"/>
                </a:lnTo>
                <a:lnTo>
                  <a:pt x="1228" y="9065"/>
                </a:lnTo>
                <a:lnTo>
                  <a:pt x="1357" y="8966"/>
                </a:lnTo>
                <a:lnTo>
                  <a:pt x="1486" y="8878"/>
                </a:lnTo>
                <a:lnTo>
                  <a:pt x="1627" y="8790"/>
                </a:lnTo>
                <a:lnTo>
                  <a:pt x="1768" y="8713"/>
                </a:lnTo>
                <a:lnTo>
                  <a:pt x="1915" y="8636"/>
                </a:lnTo>
                <a:lnTo>
                  <a:pt x="2068" y="8564"/>
                </a:lnTo>
                <a:lnTo>
                  <a:pt x="2220" y="8493"/>
                </a:lnTo>
                <a:lnTo>
                  <a:pt x="2379" y="8432"/>
                </a:lnTo>
                <a:lnTo>
                  <a:pt x="2544" y="8377"/>
                </a:lnTo>
                <a:lnTo>
                  <a:pt x="2714" y="8322"/>
                </a:lnTo>
                <a:lnTo>
                  <a:pt x="2920" y="8267"/>
                </a:lnTo>
                <a:lnTo>
                  <a:pt x="3137" y="8218"/>
                </a:lnTo>
                <a:lnTo>
                  <a:pt x="3348" y="8179"/>
                </a:lnTo>
                <a:lnTo>
                  <a:pt x="3572" y="8141"/>
                </a:lnTo>
                <a:lnTo>
                  <a:pt x="3795" y="8118"/>
                </a:lnTo>
                <a:lnTo>
                  <a:pt x="4024" y="8097"/>
                </a:lnTo>
                <a:lnTo>
                  <a:pt x="4259" y="8086"/>
                </a:lnTo>
                <a:lnTo>
                  <a:pt x="4746" y="8086"/>
                </a:lnTo>
                <a:lnTo>
                  <a:pt x="5011" y="8102"/>
                </a:lnTo>
                <a:lnTo>
                  <a:pt x="5269" y="8124"/>
                </a:lnTo>
                <a:lnTo>
                  <a:pt x="5528" y="8152"/>
                </a:lnTo>
                <a:lnTo>
                  <a:pt x="5792" y="8195"/>
                </a:lnTo>
                <a:lnTo>
                  <a:pt x="6051" y="8240"/>
                </a:lnTo>
                <a:lnTo>
                  <a:pt x="6309" y="8300"/>
                </a:lnTo>
                <a:lnTo>
                  <a:pt x="6567" y="8366"/>
                </a:lnTo>
                <a:lnTo>
                  <a:pt x="6803" y="8437"/>
                </a:lnTo>
                <a:lnTo>
                  <a:pt x="7037" y="8509"/>
                </a:lnTo>
                <a:lnTo>
                  <a:pt x="7261" y="8592"/>
                </a:lnTo>
                <a:lnTo>
                  <a:pt x="7478" y="8680"/>
                </a:lnTo>
                <a:lnTo>
                  <a:pt x="7690" y="8773"/>
                </a:lnTo>
                <a:lnTo>
                  <a:pt x="7895" y="8872"/>
                </a:lnTo>
                <a:lnTo>
                  <a:pt x="8089" y="8977"/>
                </a:lnTo>
                <a:lnTo>
                  <a:pt x="8277" y="9087"/>
                </a:lnTo>
                <a:lnTo>
                  <a:pt x="8459" y="9197"/>
                </a:lnTo>
                <a:lnTo>
                  <a:pt x="8629" y="9318"/>
                </a:lnTo>
                <a:lnTo>
                  <a:pt x="8788" y="9439"/>
                </a:lnTo>
                <a:lnTo>
                  <a:pt x="8941" y="9565"/>
                </a:lnTo>
                <a:lnTo>
                  <a:pt x="9082" y="9692"/>
                </a:lnTo>
                <a:lnTo>
                  <a:pt x="9211" y="9829"/>
                </a:lnTo>
                <a:lnTo>
                  <a:pt x="9329" y="9961"/>
                </a:lnTo>
                <a:lnTo>
                  <a:pt x="9440" y="10104"/>
                </a:lnTo>
                <a:lnTo>
                  <a:pt x="9540" y="10247"/>
                </a:lnTo>
                <a:lnTo>
                  <a:pt x="9634" y="10401"/>
                </a:lnTo>
                <a:lnTo>
                  <a:pt x="9728" y="10561"/>
                </a:lnTo>
                <a:lnTo>
                  <a:pt x="9822" y="10737"/>
                </a:lnTo>
                <a:lnTo>
                  <a:pt x="9910" y="10913"/>
                </a:lnTo>
                <a:lnTo>
                  <a:pt x="9998" y="11105"/>
                </a:lnTo>
                <a:lnTo>
                  <a:pt x="10080" y="11298"/>
                </a:lnTo>
                <a:lnTo>
                  <a:pt x="10157" y="11507"/>
                </a:lnTo>
                <a:lnTo>
                  <a:pt x="10233" y="11716"/>
                </a:lnTo>
                <a:lnTo>
                  <a:pt x="10298" y="11936"/>
                </a:lnTo>
                <a:lnTo>
                  <a:pt x="10362" y="12156"/>
                </a:lnTo>
                <a:lnTo>
                  <a:pt x="10421" y="12387"/>
                </a:lnTo>
                <a:lnTo>
                  <a:pt x="10474" y="12623"/>
                </a:lnTo>
                <a:lnTo>
                  <a:pt x="10521" y="12860"/>
                </a:lnTo>
                <a:lnTo>
                  <a:pt x="10562" y="13102"/>
                </a:lnTo>
                <a:lnTo>
                  <a:pt x="10591" y="13349"/>
                </a:lnTo>
                <a:lnTo>
                  <a:pt x="10615" y="13602"/>
                </a:lnTo>
                <a:lnTo>
                  <a:pt x="10633" y="13855"/>
                </a:lnTo>
                <a:lnTo>
                  <a:pt x="10638" y="14114"/>
                </a:lnTo>
                <a:lnTo>
                  <a:pt x="10638" y="14373"/>
                </a:lnTo>
                <a:lnTo>
                  <a:pt x="10633" y="14631"/>
                </a:lnTo>
                <a:lnTo>
                  <a:pt x="10615" y="14895"/>
                </a:lnTo>
                <a:lnTo>
                  <a:pt x="10586" y="15159"/>
                </a:lnTo>
                <a:lnTo>
                  <a:pt x="10545" y="15423"/>
                </a:lnTo>
                <a:lnTo>
                  <a:pt x="10497" y="15682"/>
                </a:lnTo>
                <a:lnTo>
                  <a:pt x="10433" y="15946"/>
                </a:lnTo>
                <a:lnTo>
                  <a:pt x="10362" y="16210"/>
                </a:lnTo>
                <a:lnTo>
                  <a:pt x="10280" y="16468"/>
                </a:lnTo>
                <a:lnTo>
                  <a:pt x="10186" y="16727"/>
                </a:lnTo>
                <a:lnTo>
                  <a:pt x="10080" y="16980"/>
                </a:lnTo>
                <a:lnTo>
                  <a:pt x="9957" y="17233"/>
                </a:lnTo>
                <a:lnTo>
                  <a:pt x="9822" y="17486"/>
                </a:lnTo>
                <a:lnTo>
                  <a:pt x="9704" y="17689"/>
                </a:lnTo>
                <a:lnTo>
                  <a:pt x="9575" y="17893"/>
                </a:lnTo>
                <a:lnTo>
                  <a:pt x="9434" y="18085"/>
                </a:lnTo>
                <a:lnTo>
                  <a:pt x="9287" y="18272"/>
                </a:lnTo>
                <a:lnTo>
                  <a:pt x="8906" y="18289"/>
                </a:lnTo>
                <a:lnTo>
                  <a:pt x="8518" y="18294"/>
                </a:lnTo>
                <a:lnTo>
                  <a:pt x="8136" y="18289"/>
                </a:lnTo>
                <a:lnTo>
                  <a:pt x="7754" y="18272"/>
                </a:lnTo>
                <a:lnTo>
                  <a:pt x="7378" y="18250"/>
                </a:lnTo>
                <a:lnTo>
                  <a:pt x="7002" y="18217"/>
                </a:lnTo>
                <a:lnTo>
                  <a:pt x="6632" y="18179"/>
                </a:lnTo>
                <a:lnTo>
                  <a:pt x="6262" y="18129"/>
                </a:lnTo>
                <a:lnTo>
                  <a:pt x="6045" y="18091"/>
                </a:lnTo>
                <a:lnTo>
                  <a:pt x="5827" y="18058"/>
                </a:lnTo>
                <a:lnTo>
                  <a:pt x="5610" y="18014"/>
                </a:lnTo>
                <a:lnTo>
                  <a:pt x="5399" y="17970"/>
                </a:lnTo>
                <a:lnTo>
                  <a:pt x="5193" y="17926"/>
                </a:lnTo>
                <a:lnTo>
                  <a:pt x="4987" y="17876"/>
                </a:lnTo>
                <a:lnTo>
                  <a:pt x="4788" y="17821"/>
                </a:lnTo>
                <a:lnTo>
                  <a:pt x="4588" y="17766"/>
                </a:lnTo>
                <a:lnTo>
                  <a:pt x="4388" y="17706"/>
                </a:lnTo>
                <a:lnTo>
                  <a:pt x="4194" y="17645"/>
                </a:lnTo>
                <a:lnTo>
                  <a:pt x="4006" y="17579"/>
                </a:lnTo>
                <a:lnTo>
                  <a:pt x="3818" y="17513"/>
                </a:lnTo>
                <a:lnTo>
                  <a:pt x="3630" y="17442"/>
                </a:lnTo>
                <a:lnTo>
                  <a:pt x="3454" y="17370"/>
                </a:lnTo>
                <a:lnTo>
                  <a:pt x="3272" y="17293"/>
                </a:lnTo>
                <a:lnTo>
                  <a:pt x="3102" y="17216"/>
                </a:lnTo>
                <a:lnTo>
                  <a:pt x="2908" y="17123"/>
                </a:lnTo>
                <a:lnTo>
                  <a:pt x="2720" y="17029"/>
                </a:lnTo>
                <a:lnTo>
                  <a:pt x="2538" y="16930"/>
                </a:lnTo>
                <a:lnTo>
                  <a:pt x="2361" y="16826"/>
                </a:lnTo>
                <a:lnTo>
                  <a:pt x="2191" y="16721"/>
                </a:lnTo>
                <a:lnTo>
                  <a:pt x="2027" y="16611"/>
                </a:lnTo>
                <a:lnTo>
                  <a:pt x="1862" y="16501"/>
                </a:lnTo>
                <a:lnTo>
                  <a:pt x="1709" y="16386"/>
                </a:lnTo>
                <a:lnTo>
                  <a:pt x="1557" y="16270"/>
                </a:lnTo>
                <a:lnTo>
                  <a:pt x="1416" y="16149"/>
                </a:lnTo>
                <a:lnTo>
                  <a:pt x="1275" y="16028"/>
                </a:lnTo>
                <a:lnTo>
                  <a:pt x="1145" y="15902"/>
                </a:lnTo>
                <a:lnTo>
                  <a:pt x="1016" y="15775"/>
                </a:lnTo>
                <a:lnTo>
                  <a:pt x="893" y="15643"/>
                </a:lnTo>
                <a:lnTo>
                  <a:pt x="775" y="15505"/>
                </a:lnTo>
                <a:lnTo>
                  <a:pt x="664" y="15368"/>
                </a:lnTo>
                <a:lnTo>
                  <a:pt x="564" y="15231"/>
                </a:lnTo>
                <a:lnTo>
                  <a:pt x="464" y="15088"/>
                </a:lnTo>
                <a:lnTo>
                  <a:pt x="370" y="14944"/>
                </a:lnTo>
                <a:lnTo>
                  <a:pt x="282" y="14796"/>
                </a:lnTo>
                <a:lnTo>
                  <a:pt x="206" y="14647"/>
                </a:lnTo>
                <a:lnTo>
                  <a:pt x="129" y="14493"/>
                </a:lnTo>
                <a:lnTo>
                  <a:pt x="65" y="14345"/>
                </a:lnTo>
                <a:lnTo>
                  <a:pt x="0" y="14185"/>
                </a:lnTo>
                <a:lnTo>
                  <a:pt x="0" y="14433"/>
                </a:lnTo>
                <a:lnTo>
                  <a:pt x="59" y="14565"/>
                </a:lnTo>
                <a:lnTo>
                  <a:pt x="123" y="14692"/>
                </a:lnTo>
                <a:lnTo>
                  <a:pt x="188" y="14818"/>
                </a:lnTo>
                <a:lnTo>
                  <a:pt x="264" y="14939"/>
                </a:lnTo>
                <a:lnTo>
                  <a:pt x="335" y="15066"/>
                </a:lnTo>
                <a:lnTo>
                  <a:pt x="417" y="15186"/>
                </a:lnTo>
                <a:lnTo>
                  <a:pt x="499" y="15302"/>
                </a:lnTo>
                <a:lnTo>
                  <a:pt x="593" y="15423"/>
                </a:lnTo>
                <a:lnTo>
                  <a:pt x="705" y="15560"/>
                </a:lnTo>
                <a:lnTo>
                  <a:pt x="822" y="15698"/>
                </a:lnTo>
                <a:lnTo>
                  <a:pt x="946" y="15830"/>
                </a:lnTo>
                <a:lnTo>
                  <a:pt x="1075" y="15962"/>
                </a:lnTo>
                <a:lnTo>
                  <a:pt x="1210" y="16089"/>
                </a:lnTo>
                <a:lnTo>
                  <a:pt x="1351" y="16215"/>
                </a:lnTo>
                <a:lnTo>
                  <a:pt x="1498" y="16336"/>
                </a:lnTo>
                <a:lnTo>
                  <a:pt x="1645" y="16457"/>
                </a:lnTo>
                <a:lnTo>
                  <a:pt x="1803" y="16573"/>
                </a:lnTo>
                <a:lnTo>
                  <a:pt x="1968" y="16683"/>
                </a:lnTo>
                <a:lnTo>
                  <a:pt x="2138" y="16793"/>
                </a:lnTo>
                <a:lnTo>
                  <a:pt x="2309" y="16897"/>
                </a:lnTo>
                <a:lnTo>
                  <a:pt x="2491" y="17002"/>
                </a:lnTo>
                <a:lnTo>
                  <a:pt x="2673" y="17101"/>
                </a:lnTo>
                <a:lnTo>
                  <a:pt x="2861" y="17200"/>
                </a:lnTo>
                <a:lnTo>
                  <a:pt x="3055" y="17293"/>
                </a:lnTo>
                <a:lnTo>
                  <a:pt x="3231" y="17376"/>
                </a:lnTo>
                <a:lnTo>
                  <a:pt x="3413" y="17453"/>
                </a:lnTo>
                <a:lnTo>
                  <a:pt x="3595" y="17524"/>
                </a:lnTo>
                <a:lnTo>
                  <a:pt x="3783" y="17596"/>
                </a:lnTo>
                <a:lnTo>
                  <a:pt x="3971" y="17662"/>
                </a:lnTo>
                <a:lnTo>
                  <a:pt x="4165" y="17728"/>
                </a:lnTo>
                <a:lnTo>
                  <a:pt x="4359" y="17788"/>
                </a:lnTo>
                <a:lnTo>
                  <a:pt x="4559" y="17849"/>
                </a:lnTo>
                <a:lnTo>
                  <a:pt x="4758" y="17904"/>
                </a:lnTo>
                <a:lnTo>
                  <a:pt x="4964" y="17959"/>
                </a:lnTo>
                <a:lnTo>
                  <a:pt x="5169" y="18008"/>
                </a:lnTo>
                <a:lnTo>
                  <a:pt x="5381" y="18058"/>
                </a:lnTo>
                <a:lnTo>
                  <a:pt x="5592" y="18102"/>
                </a:lnTo>
                <a:lnTo>
                  <a:pt x="5810" y="18140"/>
                </a:lnTo>
                <a:lnTo>
                  <a:pt x="6027" y="18179"/>
                </a:lnTo>
                <a:lnTo>
                  <a:pt x="6244" y="18212"/>
                </a:lnTo>
                <a:lnTo>
                  <a:pt x="6609" y="18261"/>
                </a:lnTo>
                <a:lnTo>
                  <a:pt x="6973" y="18305"/>
                </a:lnTo>
                <a:lnTo>
                  <a:pt x="7343" y="18338"/>
                </a:lnTo>
                <a:lnTo>
                  <a:pt x="7713" y="18360"/>
                </a:lnTo>
                <a:lnTo>
                  <a:pt x="8083" y="18377"/>
                </a:lnTo>
                <a:lnTo>
                  <a:pt x="8459" y="18382"/>
                </a:lnTo>
                <a:lnTo>
                  <a:pt x="8835" y="18377"/>
                </a:lnTo>
                <a:lnTo>
                  <a:pt x="9217" y="18366"/>
                </a:lnTo>
                <a:lnTo>
                  <a:pt x="9088" y="18514"/>
                </a:lnTo>
                <a:lnTo>
                  <a:pt x="8958" y="18657"/>
                </a:lnTo>
                <a:lnTo>
                  <a:pt x="8817" y="18800"/>
                </a:lnTo>
                <a:lnTo>
                  <a:pt x="8676" y="18938"/>
                </a:lnTo>
                <a:lnTo>
                  <a:pt x="8530" y="19075"/>
                </a:lnTo>
                <a:lnTo>
                  <a:pt x="8377" y="19207"/>
                </a:lnTo>
                <a:lnTo>
                  <a:pt x="8218" y="19334"/>
                </a:lnTo>
                <a:lnTo>
                  <a:pt x="8054" y="19460"/>
                </a:lnTo>
                <a:lnTo>
                  <a:pt x="7889" y="19576"/>
                </a:lnTo>
                <a:lnTo>
                  <a:pt x="7713" y="19697"/>
                </a:lnTo>
                <a:lnTo>
                  <a:pt x="7537" y="19807"/>
                </a:lnTo>
                <a:lnTo>
                  <a:pt x="7355" y="19917"/>
                </a:lnTo>
                <a:lnTo>
                  <a:pt x="7167" y="20027"/>
                </a:lnTo>
                <a:lnTo>
                  <a:pt x="6973" y="20131"/>
                </a:lnTo>
                <a:lnTo>
                  <a:pt x="6773" y="20230"/>
                </a:lnTo>
                <a:lnTo>
                  <a:pt x="6573" y="20324"/>
                </a:lnTo>
                <a:lnTo>
                  <a:pt x="6244" y="20467"/>
                </a:lnTo>
                <a:lnTo>
                  <a:pt x="5910" y="20599"/>
                </a:lnTo>
                <a:lnTo>
                  <a:pt x="5563" y="20720"/>
                </a:lnTo>
                <a:lnTo>
                  <a:pt x="5199" y="20835"/>
                </a:lnTo>
                <a:lnTo>
                  <a:pt x="4829" y="20940"/>
                </a:lnTo>
                <a:lnTo>
                  <a:pt x="4447" y="21039"/>
                </a:lnTo>
                <a:lnTo>
                  <a:pt x="4047" y="21127"/>
                </a:lnTo>
                <a:lnTo>
                  <a:pt x="3642" y="21204"/>
                </a:lnTo>
                <a:lnTo>
                  <a:pt x="3225" y="21275"/>
                </a:lnTo>
                <a:lnTo>
                  <a:pt x="2796" y="21336"/>
                </a:lnTo>
                <a:lnTo>
                  <a:pt x="2361" y="21385"/>
                </a:lnTo>
                <a:lnTo>
                  <a:pt x="1909" y="21429"/>
                </a:lnTo>
                <a:lnTo>
                  <a:pt x="1445" y="21463"/>
                </a:lnTo>
                <a:lnTo>
                  <a:pt x="975" y="21490"/>
                </a:lnTo>
                <a:lnTo>
                  <a:pt x="493" y="21506"/>
                </a:lnTo>
                <a:lnTo>
                  <a:pt x="0" y="21512"/>
                </a:lnTo>
                <a:lnTo>
                  <a:pt x="0" y="21600"/>
                </a:lnTo>
                <a:lnTo>
                  <a:pt x="493" y="21594"/>
                </a:lnTo>
                <a:lnTo>
                  <a:pt x="981" y="21578"/>
                </a:lnTo>
                <a:lnTo>
                  <a:pt x="1457" y="21550"/>
                </a:lnTo>
                <a:lnTo>
                  <a:pt x="1921" y="21518"/>
                </a:lnTo>
                <a:lnTo>
                  <a:pt x="2373" y="21473"/>
                </a:lnTo>
                <a:lnTo>
                  <a:pt x="2814" y="21424"/>
                </a:lnTo>
                <a:lnTo>
                  <a:pt x="3243" y="21363"/>
                </a:lnTo>
                <a:lnTo>
                  <a:pt x="3666" y="21292"/>
                </a:lnTo>
                <a:lnTo>
                  <a:pt x="4071" y="21209"/>
                </a:lnTo>
                <a:lnTo>
                  <a:pt x="4470" y="21121"/>
                </a:lnTo>
                <a:lnTo>
                  <a:pt x="4858" y="21028"/>
                </a:lnTo>
                <a:lnTo>
                  <a:pt x="5234" y="20918"/>
                </a:lnTo>
                <a:lnTo>
                  <a:pt x="5592" y="20802"/>
                </a:lnTo>
                <a:lnTo>
                  <a:pt x="5945" y="20681"/>
                </a:lnTo>
                <a:lnTo>
                  <a:pt x="6286" y="20544"/>
                </a:lnTo>
                <a:lnTo>
                  <a:pt x="6615" y="20401"/>
                </a:lnTo>
                <a:lnTo>
                  <a:pt x="6820" y="20302"/>
                </a:lnTo>
                <a:lnTo>
                  <a:pt x="7026" y="20203"/>
                </a:lnTo>
                <a:lnTo>
                  <a:pt x="7226" y="20093"/>
                </a:lnTo>
                <a:lnTo>
                  <a:pt x="7419" y="19983"/>
                </a:lnTo>
                <a:lnTo>
                  <a:pt x="7613" y="19867"/>
                </a:lnTo>
                <a:lnTo>
                  <a:pt x="7795" y="19752"/>
                </a:lnTo>
                <a:lnTo>
                  <a:pt x="7972" y="19625"/>
                </a:lnTo>
                <a:lnTo>
                  <a:pt x="8148" y="19504"/>
                </a:lnTo>
                <a:lnTo>
                  <a:pt x="8312" y="19372"/>
                </a:lnTo>
                <a:lnTo>
                  <a:pt x="8477" y="19240"/>
                </a:lnTo>
                <a:lnTo>
                  <a:pt x="8635" y="19103"/>
                </a:lnTo>
                <a:lnTo>
                  <a:pt x="8788" y="18960"/>
                </a:lnTo>
                <a:lnTo>
                  <a:pt x="8935" y="18817"/>
                </a:lnTo>
                <a:lnTo>
                  <a:pt x="9076" y="18668"/>
                </a:lnTo>
                <a:lnTo>
                  <a:pt x="9211" y="18514"/>
                </a:lnTo>
                <a:lnTo>
                  <a:pt x="9340" y="18360"/>
                </a:lnTo>
                <a:lnTo>
                  <a:pt x="9599" y="18344"/>
                </a:lnTo>
                <a:lnTo>
                  <a:pt x="9857" y="18327"/>
                </a:lnTo>
                <a:lnTo>
                  <a:pt x="10098" y="18305"/>
                </a:lnTo>
                <a:lnTo>
                  <a:pt x="10339" y="18283"/>
                </a:lnTo>
                <a:lnTo>
                  <a:pt x="10580" y="18256"/>
                </a:lnTo>
                <a:lnTo>
                  <a:pt x="10821" y="18223"/>
                </a:lnTo>
                <a:lnTo>
                  <a:pt x="11056" y="18190"/>
                </a:lnTo>
                <a:lnTo>
                  <a:pt x="11291" y="18151"/>
                </a:lnTo>
                <a:lnTo>
                  <a:pt x="11525" y="18107"/>
                </a:lnTo>
                <a:lnTo>
                  <a:pt x="11760" y="18063"/>
                </a:lnTo>
                <a:lnTo>
                  <a:pt x="11990" y="18019"/>
                </a:lnTo>
                <a:lnTo>
                  <a:pt x="12219" y="17964"/>
                </a:lnTo>
                <a:lnTo>
                  <a:pt x="12448" y="17909"/>
                </a:lnTo>
                <a:lnTo>
                  <a:pt x="12671" y="17854"/>
                </a:lnTo>
                <a:lnTo>
                  <a:pt x="12894" y="17794"/>
                </a:lnTo>
                <a:lnTo>
                  <a:pt x="13117" y="17728"/>
                </a:lnTo>
                <a:lnTo>
                  <a:pt x="13335" y="17662"/>
                </a:lnTo>
                <a:lnTo>
                  <a:pt x="13552" y="17596"/>
                </a:lnTo>
                <a:lnTo>
                  <a:pt x="13764" y="17524"/>
                </a:lnTo>
                <a:lnTo>
                  <a:pt x="13975" y="17447"/>
                </a:lnTo>
                <a:lnTo>
                  <a:pt x="14187" y="17365"/>
                </a:lnTo>
                <a:lnTo>
                  <a:pt x="14392" y="17288"/>
                </a:lnTo>
                <a:lnTo>
                  <a:pt x="14598" y="17200"/>
                </a:lnTo>
                <a:lnTo>
                  <a:pt x="14803" y="17112"/>
                </a:lnTo>
                <a:lnTo>
                  <a:pt x="14997" y="17024"/>
                </a:lnTo>
                <a:lnTo>
                  <a:pt x="15197" y="16930"/>
                </a:lnTo>
                <a:lnTo>
                  <a:pt x="15391" y="16837"/>
                </a:lnTo>
                <a:lnTo>
                  <a:pt x="15579" y="16738"/>
                </a:lnTo>
                <a:lnTo>
                  <a:pt x="15767" y="16633"/>
                </a:lnTo>
                <a:lnTo>
                  <a:pt x="15949" y="16529"/>
                </a:lnTo>
                <a:lnTo>
                  <a:pt x="16131" y="16424"/>
                </a:lnTo>
                <a:lnTo>
                  <a:pt x="16307" y="16314"/>
                </a:lnTo>
                <a:lnTo>
                  <a:pt x="16478" y="16204"/>
                </a:lnTo>
                <a:lnTo>
                  <a:pt x="16648" y="16089"/>
                </a:lnTo>
                <a:lnTo>
                  <a:pt x="16942" y="15880"/>
                </a:lnTo>
                <a:lnTo>
                  <a:pt x="17229" y="15660"/>
                </a:lnTo>
                <a:lnTo>
                  <a:pt x="17511" y="15440"/>
                </a:lnTo>
                <a:lnTo>
                  <a:pt x="17788" y="15214"/>
                </a:lnTo>
                <a:lnTo>
                  <a:pt x="18052" y="14978"/>
                </a:lnTo>
                <a:lnTo>
                  <a:pt x="18310" y="14741"/>
                </a:lnTo>
                <a:lnTo>
                  <a:pt x="18557" y="14493"/>
                </a:lnTo>
                <a:lnTo>
                  <a:pt x="18798" y="14246"/>
                </a:lnTo>
                <a:lnTo>
                  <a:pt x="19033" y="13993"/>
                </a:lnTo>
                <a:lnTo>
                  <a:pt x="19256" y="13734"/>
                </a:lnTo>
                <a:lnTo>
                  <a:pt x="19473" y="13470"/>
                </a:lnTo>
                <a:lnTo>
                  <a:pt x="19679" y="13206"/>
                </a:lnTo>
                <a:lnTo>
                  <a:pt x="19879" y="12937"/>
                </a:lnTo>
                <a:lnTo>
                  <a:pt x="20061" y="12662"/>
                </a:lnTo>
                <a:lnTo>
                  <a:pt x="20243" y="12381"/>
                </a:lnTo>
                <a:lnTo>
                  <a:pt x="20408" y="12101"/>
                </a:lnTo>
                <a:lnTo>
                  <a:pt x="20566" y="11815"/>
                </a:lnTo>
                <a:lnTo>
                  <a:pt x="20719" y="11523"/>
                </a:lnTo>
                <a:lnTo>
                  <a:pt x="20854" y="11232"/>
                </a:lnTo>
                <a:lnTo>
                  <a:pt x="20977" y="10935"/>
                </a:lnTo>
                <a:lnTo>
                  <a:pt x="21095" y="10643"/>
                </a:lnTo>
                <a:lnTo>
                  <a:pt x="21195" y="10346"/>
                </a:lnTo>
                <a:lnTo>
                  <a:pt x="21289" y="10049"/>
                </a:lnTo>
                <a:lnTo>
                  <a:pt x="21371" y="9752"/>
                </a:lnTo>
                <a:lnTo>
                  <a:pt x="21435" y="9455"/>
                </a:lnTo>
                <a:lnTo>
                  <a:pt x="21494" y="9158"/>
                </a:lnTo>
                <a:lnTo>
                  <a:pt x="21535" y="8861"/>
                </a:lnTo>
                <a:lnTo>
                  <a:pt x="21571" y="8570"/>
                </a:lnTo>
                <a:lnTo>
                  <a:pt x="21588" y="8273"/>
                </a:lnTo>
                <a:lnTo>
                  <a:pt x="21600" y="7981"/>
                </a:lnTo>
                <a:lnTo>
                  <a:pt x="21594" y="7689"/>
                </a:lnTo>
                <a:lnTo>
                  <a:pt x="21576" y="7398"/>
                </a:lnTo>
                <a:lnTo>
                  <a:pt x="21553" y="7150"/>
                </a:lnTo>
                <a:lnTo>
                  <a:pt x="21524" y="6908"/>
                </a:lnTo>
                <a:lnTo>
                  <a:pt x="21483" y="6666"/>
                </a:lnTo>
                <a:lnTo>
                  <a:pt x="21435" y="6424"/>
                </a:lnTo>
                <a:lnTo>
                  <a:pt x="21377" y="6188"/>
                </a:lnTo>
                <a:lnTo>
                  <a:pt x="21306" y="5951"/>
                </a:lnTo>
                <a:lnTo>
                  <a:pt x="21236" y="5715"/>
                </a:lnTo>
                <a:lnTo>
                  <a:pt x="21148" y="5484"/>
                </a:lnTo>
                <a:lnTo>
                  <a:pt x="21060" y="5253"/>
                </a:lnTo>
                <a:lnTo>
                  <a:pt x="20954" y="5027"/>
                </a:lnTo>
                <a:lnTo>
                  <a:pt x="20848" y="4807"/>
                </a:lnTo>
                <a:lnTo>
                  <a:pt x="20731" y="4582"/>
                </a:lnTo>
                <a:lnTo>
                  <a:pt x="20601" y="4367"/>
                </a:lnTo>
                <a:lnTo>
                  <a:pt x="20466" y="4147"/>
                </a:lnTo>
                <a:lnTo>
                  <a:pt x="20325" y="3938"/>
                </a:lnTo>
                <a:lnTo>
                  <a:pt x="20173" y="3724"/>
                </a:lnTo>
                <a:lnTo>
                  <a:pt x="19996" y="3504"/>
                </a:lnTo>
                <a:lnTo>
                  <a:pt x="19814" y="3284"/>
                </a:lnTo>
                <a:lnTo>
                  <a:pt x="19620" y="3064"/>
                </a:lnTo>
                <a:lnTo>
                  <a:pt x="19421" y="2855"/>
                </a:lnTo>
                <a:lnTo>
                  <a:pt x="19209" y="2646"/>
                </a:lnTo>
                <a:lnTo>
                  <a:pt x="18992" y="2442"/>
                </a:lnTo>
                <a:lnTo>
                  <a:pt x="18763" y="2244"/>
                </a:lnTo>
                <a:lnTo>
                  <a:pt x="18522" y="2046"/>
                </a:lnTo>
                <a:lnTo>
                  <a:pt x="18275" y="1859"/>
                </a:lnTo>
                <a:lnTo>
                  <a:pt x="18017" y="1672"/>
                </a:lnTo>
                <a:lnTo>
                  <a:pt x="17752" y="1485"/>
                </a:lnTo>
                <a:lnTo>
                  <a:pt x="17476" y="1309"/>
                </a:lnTo>
                <a:lnTo>
                  <a:pt x="17194" y="1133"/>
                </a:lnTo>
                <a:lnTo>
                  <a:pt x="16906" y="968"/>
                </a:lnTo>
                <a:lnTo>
                  <a:pt x="16601" y="803"/>
                </a:lnTo>
                <a:lnTo>
                  <a:pt x="16295" y="644"/>
                </a:lnTo>
                <a:lnTo>
                  <a:pt x="16096" y="544"/>
                </a:lnTo>
                <a:lnTo>
                  <a:pt x="15890" y="451"/>
                </a:lnTo>
                <a:lnTo>
                  <a:pt x="15690" y="363"/>
                </a:lnTo>
                <a:lnTo>
                  <a:pt x="15485" y="281"/>
                </a:lnTo>
                <a:lnTo>
                  <a:pt x="15279" y="204"/>
                </a:lnTo>
                <a:lnTo>
                  <a:pt x="15074" y="132"/>
                </a:lnTo>
                <a:lnTo>
                  <a:pt x="14862" y="60"/>
                </a:lnTo>
                <a:lnTo>
                  <a:pt x="14651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71" name="Google Shape;234;p26"/>
          <p:cNvSpPr>
            <a:spLocks noGrp="1"/>
          </p:cNvSpPr>
          <p:nvPr>
            <p:ph type="pic" sz="half" idx="21"/>
          </p:nvPr>
        </p:nvSpPr>
        <p:spPr>
          <a:xfrm>
            <a:off x="627600" y="920600"/>
            <a:ext cx="7405800" cy="82721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72" name="Google Shape;235;p26"/>
          <p:cNvSpPr/>
          <p:nvPr/>
        </p:nvSpPr>
        <p:spPr>
          <a:xfrm>
            <a:off x="-3385" y="-1"/>
            <a:ext cx="3669155" cy="21327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02" y="0"/>
                </a:moveTo>
                <a:lnTo>
                  <a:pt x="20113" y="276"/>
                </a:lnTo>
                <a:lnTo>
                  <a:pt x="19536" y="576"/>
                </a:lnTo>
                <a:lnTo>
                  <a:pt x="18947" y="876"/>
                </a:lnTo>
                <a:lnTo>
                  <a:pt x="18357" y="1222"/>
                </a:lnTo>
                <a:lnTo>
                  <a:pt x="17754" y="1590"/>
                </a:lnTo>
                <a:lnTo>
                  <a:pt x="17165" y="1960"/>
                </a:lnTo>
                <a:lnTo>
                  <a:pt x="16562" y="2374"/>
                </a:lnTo>
                <a:lnTo>
                  <a:pt x="15959" y="2789"/>
                </a:lnTo>
                <a:lnTo>
                  <a:pt x="15356" y="3250"/>
                </a:lnTo>
                <a:lnTo>
                  <a:pt x="14753" y="3711"/>
                </a:lnTo>
                <a:lnTo>
                  <a:pt x="14150" y="4196"/>
                </a:lnTo>
                <a:lnTo>
                  <a:pt x="13533" y="4725"/>
                </a:lnTo>
                <a:lnTo>
                  <a:pt x="12931" y="5256"/>
                </a:lnTo>
                <a:lnTo>
                  <a:pt x="12314" y="5809"/>
                </a:lnTo>
                <a:lnTo>
                  <a:pt x="11698" y="6385"/>
                </a:lnTo>
                <a:lnTo>
                  <a:pt x="11081" y="6985"/>
                </a:lnTo>
                <a:lnTo>
                  <a:pt x="10157" y="7907"/>
                </a:lnTo>
                <a:lnTo>
                  <a:pt x="9259" y="8852"/>
                </a:lnTo>
                <a:lnTo>
                  <a:pt x="8388" y="9820"/>
                </a:lnTo>
                <a:lnTo>
                  <a:pt x="7530" y="10789"/>
                </a:lnTo>
                <a:lnTo>
                  <a:pt x="6713" y="11757"/>
                </a:lnTo>
                <a:lnTo>
                  <a:pt x="5936" y="12725"/>
                </a:lnTo>
                <a:lnTo>
                  <a:pt x="5172" y="13693"/>
                </a:lnTo>
                <a:lnTo>
                  <a:pt x="4449" y="14638"/>
                </a:lnTo>
                <a:lnTo>
                  <a:pt x="3765" y="15560"/>
                </a:lnTo>
                <a:lnTo>
                  <a:pt x="3109" y="16482"/>
                </a:lnTo>
                <a:lnTo>
                  <a:pt x="2492" y="17358"/>
                </a:lnTo>
                <a:lnTo>
                  <a:pt x="1903" y="18188"/>
                </a:lnTo>
                <a:lnTo>
                  <a:pt x="871" y="19756"/>
                </a:lnTo>
                <a:lnTo>
                  <a:pt x="0" y="21116"/>
                </a:lnTo>
                <a:lnTo>
                  <a:pt x="0" y="21600"/>
                </a:lnTo>
                <a:lnTo>
                  <a:pt x="857" y="20263"/>
                </a:lnTo>
                <a:lnTo>
                  <a:pt x="1889" y="18695"/>
                </a:lnTo>
                <a:lnTo>
                  <a:pt x="2465" y="17865"/>
                </a:lnTo>
                <a:lnTo>
                  <a:pt x="3082" y="16966"/>
                </a:lnTo>
                <a:lnTo>
                  <a:pt x="3752" y="16067"/>
                </a:lnTo>
                <a:lnTo>
                  <a:pt x="4449" y="15122"/>
                </a:lnTo>
                <a:lnTo>
                  <a:pt x="5172" y="14154"/>
                </a:lnTo>
                <a:lnTo>
                  <a:pt x="5949" y="13163"/>
                </a:lnTo>
                <a:lnTo>
                  <a:pt x="6740" y="12194"/>
                </a:lnTo>
                <a:lnTo>
                  <a:pt x="7584" y="11180"/>
                </a:lnTo>
                <a:lnTo>
                  <a:pt x="8441" y="10212"/>
                </a:lnTo>
                <a:lnTo>
                  <a:pt x="9326" y="9221"/>
                </a:lnTo>
                <a:lnTo>
                  <a:pt x="10250" y="8253"/>
                </a:lnTo>
                <a:lnTo>
                  <a:pt x="11189" y="7284"/>
                </a:lnTo>
                <a:lnTo>
                  <a:pt x="11858" y="6639"/>
                </a:lnTo>
                <a:lnTo>
                  <a:pt x="12529" y="6017"/>
                </a:lnTo>
                <a:lnTo>
                  <a:pt x="13198" y="5418"/>
                </a:lnTo>
                <a:lnTo>
                  <a:pt x="13855" y="4864"/>
                </a:lnTo>
                <a:lnTo>
                  <a:pt x="14512" y="4311"/>
                </a:lnTo>
                <a:lnTo>
                  <a:pt x="15182" y="3781"/>
                </a:lnTo>
                <a:lnTo>
                  <a:pt x="15838" y="3297"/>
                </a:lnTo>
                <a:lnTo>
                  <a:pt x="16481" y="2812"/>
                </a:lnTo>
                <a:lnTo>
                  <a:pt x="17138" y="2374"/>
                </a:lnTo>
                <a:lnTo>
                  <a:pt x="17781" y="1960"/>
                </a:lnTo>
                <a:lnTo>
                  <a:pt x="18424" y="1568"/>
                </a:lnTo>
                <a:lnTo>
                  <a:pt x="19068" y="1199"/>
                </a:lnTo>
                <a:lnTo>
                  <a:pt x="19711" y="853"/>
                </a:lnTo>
                <a:lnTo>
                  <a:pt x="20340" y="553"/>
                </a:lnTo>
                <a:lnTo>
                  <a:pt x="20970" y="253"/>
                </a:lnTo>
                <a:lnTo>
                  <a:pt x="2160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73" name="Google Shape;236;p26"/>
          <p:cNvSpPr txBox="1"/>
          <p:nvPr/>
        </p:nvSpPr>
        <p:spPr>
          <a:xfrm>
            <a:off x="13440599" y="9600549"/>
            <a:ext cx="4390201" cy="581601"/>
          </a:xfrm>
          <a:prstGeom prst="rect">
            <a:avLst/>
          </a:prstGeom>
          <a:ln w="12700">
            <a:miter lim="400000"/>
          </a:ln>
        </p:spPr>
        <p:txBody>
          <a:bodyPr lIns="182849" tIns="182849" rIns="182849" bIns="182849">
            <a:spAutoFit/>
          </a:bodyPr>
          <a:lstStyle/>
          <a:p>
            <a:pPr algn="r"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8094099"/>
            <a:ext cx="576169" cy="581601"/>
          </a:xfrm>
          <a:prstGeom prst="rect">
            <a:avLst/>
          </a:prstGeom>
        </p:spPr>
        <p:txBody>
          <a:bodyPr lIns="182849" tIns="182849" rIns="182849" bIns="182849"/>
          <a:lstStyle>
            <a:lvl1pPr>
              <a:defRPr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1_1_1_1_1_1_2_1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39;p27" descr="Google Shape;239;p27"/>
          <p:cNvPicPr>
            <a:picLocks noChangeAspect="1"/>
          </p:cNvPicPr>
          <p:nvPr/>
        </p:nvPicPr>
        <p:blipFill>
          <a:blip r:embed="rId2"/>
          <a:srcRect b="50879"/>
          <a:stretch>
            <a:fillRect/>
          </a:stretch>
        </p:blipFill>
        <p:spPr>
          <a:xfrm rot="10800000">
            <a:off x="9023295" y="-10204"/>
            <a:ext cx="6510255" cy="3197605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Google Shape;240;p27"/>
          <p:cNvSpPr/>
          <p:nvPr/>
        </p:nvSpPr>
        <p:spPr>
          <a:xfrm>
            <a:off x="10321183" y="2344554"/>
            <a:ext cx="7978201" cy="7978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553"/>
                </a:lnTo>
                <a:close/>
              </a:path>
            </a:pathLst>
          </a:custGeom>
          <a:gradFill>
            <a:gsLst>
              <a:gs pos="0">
                <a:srgbClr val="6AD1FA"/>
              </a:gs>
              <a:gs pos="64000">
                <a:srgbClr val="1F1F1F"/>
              </a:gs>
              <a:gs pos="100000">
                <a:srgbClr val="1F1F1F"/>
              </a:gs>
            </a:gsLst>
            <a:path path="circle">
              <a:fillToRect l="62278" t="119636" r="37721" b="-19636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8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pic>
        <p:nvPicPr>
          <p:cNvPr id="283" name="Google Shape;241;p27" descr="Google Shape;241;p27"/>
          <p:cNvPicPr>
            <a:picLocks noChangeAspect="1"/>
          </p:cNvPicPr>
          <p:nvPr/>
        </p:nvPicPr>
        <p:blipFill>
          <a:blip r:embed="rId3"/>
          <a:srcRect t="39965"/>
          <a:stretch>
            <a:fillRect/>
          </a:stretch>
        </p:blipFill>
        <p:spPr>
          <a:xfrm rot="10800000">
            <a:off x="8821600" y="5526740"/>
            <a:ext cx="7985601" cy="4794253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Google Shape;242;p27"/>
          <p:cNvSpPr/>
          <p:nvPr/>
        </p:nvSpPr>
        <p:spPr>
          <a:xfrm>
            <a:off x="10539373" y="0"/>
            <a:ext cx="7748609" cy="487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99" y="696"/>
                </a:lnTo>
                <a:lnTo>
                  <a:pt x="597" y="1361"/>
                </a:lnTo>
                <a:lnTo>
                  <a:pt x="863" y="1951"/>
                </a:lnTo>
                <a:lnTo>
                  <a:pt x="1135" y="2531"/>
                </a:lnTo>
                <a:lnTo>
                  <a:pt x="1401" y="3090"/>
                </a:lnTo>
                <a:lnTo>
                  <a:pt x="1673" y="3649"/>
                </a:lnTo>
                <a:lnTo>
                  <a:pt x="1945" y="4187"/>
                </a:lnTo>
                <a:lnTo>
                  <a:pt x="2217" y="4704"/>
                </a:lnTo>
                <a:lnTo>
                  <a:pt x="2489" y="5221"/>
                </a:lnTo>
                <a:lnTo>
                  <a:pt x="2761" y="5716"/>
                </a:lnTo>
                <a:lnTo>
                  <a:pt x="3034" y="6202"/>
                </a:lnTo>
                <a:lnTo>
                  <a:pt x="3306" y="6676"/>
                </a:lnTo>
                <a:lnTo>
                  <a:pt x="3585" y="7140"/>
                </a:lnTo>
                <a:lnTo>
                  <a:pt x="3857" y="7583"/>
                </a:lnTo>
                <a:lnTo>
                  <a:pt x="4135" y="8016"/>
                </a:lnTo>
                <a:lnTo>
                  <a:pt x="4408" y="8438"/>
                </a:lnTo>
                <a:lnTo>
                  <a:pt x="4686" y="8838"/>
                </a:lnTo>
                <a:lnTo>
                  <a:pt x="4959" y="9228"/>
                </a:lnTo>
                <a:lnTo>
                  <a:pt x="5211" y="9577"/>
                </a:lnTo>
                <a:lnTo>
                  <a:pt x="5463" y="9914"/>
                </a:lnTo>
                <a:lnTo>
                  <a:pt x="5715" y="10231"/>
                </a:lnTo>
                <a:lnTo>
                  <a:pt x="5968" y="10536"/>
                </a:lnTo>
                <a:lnTo>
                  <a:pt x="6220" y="10842"/>
                </a:lnTo>
                <a:lnTo>
                  <a:pt x="6472" y="11127"/>
                </a:lnTo>
                <a:lnTo>
                  <a:pt x="6718" y="11401"/>
                </a:lnTo>
                <a:lnTo>
                  <a:pt x="7222" y="11907"/>
                </a:lnTo>
                <a:lnTo>
                  <a:pt x="7468" y="12139"/>
                </a:lnTo>
                <a:lnTo>
                  <a:pt x="7720" y="12361"/>
                </a:lnTo>
                <a:lnTo>
                  <a:pt x="7966" y="12572"/>
                </a:lnTo>
                <a:lnTo>
                  <a:pt x="8211" y="12772"/>
                </a:lnTo>
                <a:lnTo>
                  <a:pt x="8457" y="12962"/>
                </a:lnTo>
                <a:lnTo>
                  <a:pt x="8702" y="13131"/>
                </a:lnTo>
                <a:lnTo>
                  <a:pt x="8948" y="13300"/>
                </a:lnTo>
                <a:lnTo>
                  <a:pt x="9174" y="13437"/>
                </a:lnTo>
                <a:lnTo>
                  <a:pt x="9399" y="13563"/>
                </a:lnTo>
                <a:lnTo>
                  <a:pt x="9837" y="13774"/>
                </a:lnTo>
                <a:lnTo>
                  <a:pt x="10057" y="13869"/>
                </a:lnTo>
                <a:lnTo>
                  <a:pt x="10276" y="13954"/>
                </a:lnTo>
                <a:lnTo>
                  <a:pt x="10488" y="14017"/>
                </a:lnTo>
                <a:lnTo>
                  <a:pt x="10700" y="14080"/>
                </a:lnTo>
                <a:lnTo>
                  <a:pt x="10913" y="14122"/>
                </a:lnTo>
                <a:lnTo>
                  <a:pt x="11125" y="14164"/>
                </a:lnTo>
                <a:lnTo>
                  <a:pt x="11331" y="14185"/>
                </a:lnTo>
                <a:lnTo>
                  <a:pt x="11537" y="14196"/>
                </a:lnTo>
                <a:lnTo>
                  <a:pt x="11736" y="14207"/>
                </a:lnTo>
                <a:lnTo>
                  <a:pt x="11942" y="14196"/>
                </a:lnTo>
                <a:lnTo>
                  <a:pt x="12141" y="14175"/>
                </a:lnTo>
                <a:lnTo>
                  <a:pt x="12340" y="14143"/>
                </a:lnTo>
                <a:lnTo>
                  <a:pt x="12526" y="14101"/>
                </a:lnTo>
                <a:lnTo>
                  <a:pt x="12712" y="14049"/>
                </a:lnTo>
                <a:lnTo>
                  <a:pt x="12891" y="13985"/>
                </a:lnTo>
                <a:lnTo>
                  <a:pt x="13070" y="13911"/>
                </a:lnTo>
                <a:lnTo>
                  <a:pt x="13250" y="13827"/>
                </a:lnTo>
                <a:lnTo>
                  <a:pt x="13415" y="13732"/>
                </a:lnTo>
                <a:lnTo>
                  <a:pt x="13588" y="13626"/>
                </a:lnTo>
                <a:lnTo>
                  <a:pt x="13754" y="13521"/>
                </a:lnTo>
                <a:lnTo>
                  <a:pt x="13913" y="13395"/>
                </a:lnTo>
                <a:lnTo>
                  <a:pt x="14219" y="13120"/>
                </a:lnTo>
                <a:lnTo>
                  <a:pt x="14371" y="12973"/>
                </a:lnTo>
                <a:lnTo>
                  <a:pt x="14517" y="12804"/>
                </a:lnTo>
                <a:lnTo>
                  <a:pt x="14657" y="12635"/>
                </a:lnTo>
                <a:lnTo>
                  <a:pt x="14790" y="12456"/>
                </a:lnTo>
                <a:lnTo>
                  <a:pt x="14922" y="12277"/>
                </a:lnTo>
                <a:lnTo>
                  <a:pt x="15042" y="12466"/>
                </a:lnTo>
                <a:lnTo>
                  <a:pt x="15374" y="13025"/>
                </a:lnTo>
                <a:lnTo>
                  <a:pt x="15719" y="13584"/>
                </a:lnTo>
                <a:lnTo>
                  <a:pt x="16071" y="14143"/>
                </a:lnTo>
                <a:lnTo>
                  <a:pt x="16422" y="14702"/>
                </a:lnTo>
                <a:lnTo>
                  <a:pt x="16794" y="15251"/>
                </a:lnTo>
                <a:lnTo>
                  <a:pt x="17166" y="15810"/>
                </a:lnTo>
                <a:lnTo>
                  <a:pt x="17544" y="16358"/>
                </a:lnTo>
                <a:lnTo>
                  <a:pt x="17929" y="16907"/>
                </a:lnTo>
                <a:lnTo>
                  <a:pt x="18327" y="17455"/>
                </a:lnTo>
                <a:lnTo>
                  <a:pt x="18726" y="17993"/>
                </a:lnTo>
                <a:lnTo>
                  <a:pt x="19137" y="18541"/>
                </a:lnTo>
                <a:lnTo>
                  <a:pt x="19549" y="19079"/>
                </a:lnTo>
                <a:lnTo>
                  <a:pt x="19974" y="19617"/>
                </a:lnTo>
                <a:lnTo>
                  <a:pt x="20399" y="20155"/>
                </a:lnTo>
                <a:lnTo>
                  <a:pt x="20830" y="20682"/>
                </a:lnTo>
                <a:lnTo>
                  <a:pt x="21275" y="21220"/>
                </a:lnTo>
                <a:lnTo>
                  <a:pt x="21600" y="21600"/>
                </a:lnTo>
                <a:lnTo>
                  <a:pt x="21600" y="21389"/>
                </a:lnTo>
                <a:lnTo>
                  <a:pt x="21341" y="21083"/>
                </a:lnTo>
                <a:lnTo>
                  <a:pt x="20896" y="20556"/>
                </a:lnTo>
                <a:lnTo>
                  <a:pt x="20465" y="20018"/>
                </a:lnTo>
                <a:lnTo>
                  <a:pt x="20040" y="19490"/>
                </a:lnTo>
                <a:lnTo>
                  <a:pt x="19615" y="18953"/>
                </a:lnTo>
                <a:lnTo>
                  <a:pt x="19204" y="18415"/>
                </a:lnTo>
                <a:lnTo>
                  <a:pt x="18792" y="17866"/>
                </a:lnTo>
                <a:lnTo>
                  <a:pt x="18394" y="17328"/>
                </a:lnTo>
                <a:lnTo>
                  <a:pt x="18002" y="16780"/>
                </a:lnTo>
                <a:lnTo>
                  <a:pt x="17617" y="16231"/>
                </a:lnTo>
                <a:lnTo>
                  <a:pt x="17239" y="15683"/>
                </a:lnTo>
                <a:lnTo>
                  <a:pt x="16867" y="15135"/>
                </a:lnTo>
                <a:lnTo>
                  <a:pt x="16502" y="14576"/>
                </a:lnTo>
                <a:lnTo>
                  <a:pt x="16144" y="14027"/>
                </a:lnTo>
                <a:lnTo>
                  <a:pt x="15792" y="13468"/>
                </a:lnTo>
                <a:lnTo>
                  <a:pt x="15453" y="12909"/>
                </a:lnTo>
                <a:lnTo>
                  <a:pt x="15115" y="12350"/>
                </a:lnTo>
                <a:lnTo>
                  <a:pt x="15002" y="12161"/>
                </a:lnTo>
                <a:lnTo>
                  <a:pt x="15128" y="11949"/>
                </a:lnTo>
                <a:lnTo>
                  <a:pt x="15367" y="11528"/>
                </a:lnTo>
                <a:lnTo>
                  <a:pt x="15473" y="11296"/>
                </a:lnTo>
                <a:lnTo>
                  <a:pt x="15579" y="11053"/>
                </a:lnTo>
                <a:lnTo>
                  <a:pt x="15686" y="10810"/>
                </a:lnTo>
                <a:lnTo>
                  <a:pt x="15778" y="10557"/>
                </a:lnTo>
                <a:lnTo>
                  <a:pt x="15871" y="10304"/>
                </a:lnTo>
                <a:lnTo>
                  <a:pt x="15958" y="10030"/>
                </a:lnTo>
                <a:lnTo>
                  <a:pt x="16037" y="9756"/>
                </a:lnTo>
                <a:lnTo>
                  <a:pt x="16117" y="9471"/>
                </a:lnTo>
                <a:lnTo>
                  <a:pt x="16183" y="9186"/>
                </a:lnTo>
                <a:lnTo>
                  <a:pt x="16250" y="8891"/>
                </a:lnTo>
                <a:lnTo>
                  <a:pt x="16310" y="8585"/>
                </a:lnTo>
                <a:lnTo>
                  <a:pt x="16363" y="8269"/>
                </a:lnTo>
                <a:lnTo>
                  <a:pt x="16409" y="7952"/>
                </a:lnTo>
                <a:lnTo>
                  <a:pt x="16436" y="7720"/>
                </a:lnTo>
                <a:lnTo>
                  <a:pt x="16462" y="7478"/>
                </a:lnTo>
                <a:lnTo>
                  <a:pt x="16482" y="7235"/>
                </a:lnTo>
                <a:lnTo>
                  <a:pt x="16495" y="6993"/>
                </a:lnTo>
                <a:lnTo>
                  <a:pt x="16502" y="6750"/>
                </a:lnTo>
                <a:lnTo>
                  <a:pt x="16509" y="6497"/>
                </a:lnTo>
                <a:lnTo>
                  <a:pt x="16509" y="6244"/>
                </a:lnTo>
                <a:lnTo>
                  <a:pt x="16502" y="5991"/>
                </a:lnTo>
                <a:lnTo>
                  <a:pt x="16489" y="5727"/>
                </a:lnTo>
                <a:lnTo>
                  <a:pt x="16469" y="5474"/>
                </a:lnTo>
                <a:lnTo>
                  <a:pt x="16449" y="5210"/>
                </a:lnTo>
                <a:lnTo>
                  <a:pt x="16422" y="4946"/>
                </a:lnTo>
                <a:lnTo>
                  <a:pt x="16389" y="4672"/>
                </a:lnTo>
                <a:lnTo>
                  <a:pt x="16356" y="4409"/>
                </a:lnTo>
                <a:lnTo>
                  <a:pt x="16310" y="4134"/>
                </a:lnTo>
                <a:lnTo>
                  <a:pt x="16263" y="3860"/>
                </a:lnTo>
                <a:lnTo>
                  <a:pt x="16170" y="3385"/>
                </a:lnTo>
                <a:lnTo>
                  <a:pt x="16064" y="2911"/>
                </a:lnTo>
                <a:lnTo>
                  <a:pt x="15945" y="2426"/>
                </a:lnTo>
                <a:lnTo>
                  <a:pt x="15805" y="1951"/>
                </a:lnTo>
                <a:lnTo>
                  <a:pt x="15659" y="1466"/>
                </a:lnTo>
                <a:lnTo>
                  <a:pt x="15493" y="970"/>
                </a:lnTo>
                <a:lnTo>
                  <a:pt x="15314" y="485"/>
                </a:lnTo>
                <a:lnTo>
                  <a:pt x="15128" y="0"/>
                </a:lnTo>
                <a:lnTo>
                  <a:pt x="15002" y="0"/>
                </a:lnTo>
                <a:lnTo>
                  <a:pt x="15194" y="496"/>
                </a:lnTo>
                <a:lnTo>
                  <a:pt x="15380" y="991"/>
                </a:lnTo>
                <a:lnTo>
                  <a:pt x="15546" y="1477"/>
                </a:lnTo>
                <a:lnTo>
                  <a:pt x="15699" y="1972"/>
                </a:lnTo>
                <a:lnTo>
                  <a:pt x="15838" y="2457"/>
                </a:lnTo>
                <a:lnTo>
                  <a:pt x="15958" y="2943"/>
                </a:lnTo>
                <a:lnTo>
                  <a:pt x="16071" y="3428"/>
                </a:lnTo>
                <a:lnTo>
                  <a:pt x="16163" y="3913"/>
                </a:lnTo>
                <a:lnTo>
                  <a:pt x="16210" y="4177"/>
                </a:lnTo>
                <a:lnTo>
                  <a:pt x="16290" y="4704"/>
                </a:lnTo>
                <a:lnTo>
                  <a:pt x="16316" y="4967"/>
                </a:lnTo>
                <a:lnTo>
                  <a:pt x="16343" y="5231"/>
                </a:lnTo>
                <a:lnTo>
                  <a:pt x="16363" y="5484"/>
                </a:lnTo>
                <a:lnTo>
                  <a:pt x="16383" y="5738"/>
                </a:lnTo>
                <a:lnTo>
                  <a:pt x="16396" y="5991"/>
                </a:lnTo>
                <a:lnTo>
                  <a:pt x="16402" y="6244"/>
                </a:lnTo>
                <a:lnTo>
                  <a:pt x="16402" y="6497"/>
                </a:lnTo>
                <a:lnTo>
                  <a:pt x="16396" y="6739"/>
                </a:lnTo>
                <a:lnTo>
                  <a:pt x="16389" y="6982"/>
                </a:lnTo>
                <a:lnTo>
                  <a:pt x="16376" y="7214"/>
                </a:lnTo>
                <a:lnTo>
                  <a:pt x="16356" y="7457"/>
                </a:lnTo>
                <a:lnTo>
                  <a:pt x="16330" y="7689"/>
                </a:lnTo>
                <a:lnTo>
                  <a:pt x="16303" y="7921"/>
                </a:lnTo>
                <a:lnTo>
                  <a:pt x="16256" y="8226"/>
                </a:lnTo>
                <a:lnTo>
                  <a:pt x="16203" y="8532"/>
                </a:lnTo>
                <a:lnTo>
                  <a:pt x="16150" y="8828"/>
                </a:lnTo>
                <a:lnTo>
                  <a:pt x="16084" y="9123"/>
                </a:lnTo>
                <a:lnTo>
                  <a:pt x="16017" y="9408"/>
                </a:lnTo>
                <a:lnTo>
                  <a:pt x="15945" y="9682"/>
                </a:lnTo>
                <a:lnTo>
                  <a:pt x="15865" y="9956"/>
                </a:lnTo>
                <a:lnTo>
                  <a:pt x="15778" y="10220"/>
                </a:lnTo>
                <a:lnTo>
                  <a:pt x="15692" y="10473"/>
                </a:lnTo>
                <a:lnTo>
                  <a:pt x="15493" y="10958"/>
                </a:lnTo>
                <a:lnTo>
                  <a:pt x="15393" y="11190"/>
                </a:lnTo>
                <a:lnTo>
                  <a:pt x="15281" y="11412"/>
                </a:lnTo>
                <a:lnTo>
                  <a:pt x="15168" y="11623"/>
                </a:lnTo>
                <a:lnTo>
                  <a:pt x="15048" y="11834"/>
                </a:lnTo>
                <a:lnTo>
                  <a:pt x="14929" y="12034"/>
                </a:lnTo>
                <a:lnTo>
                  <a:pt x="14537" y="11349"/>
                </a:lnTo>
                <a:lnTo>
                  <a:pt x="14159" y="10673"/>
                </a:lnTo>
                <a:lnTo>
                  <a:pt x="13794" y="9988"/>
                </a:lnTo>
                <a:lnTo>
                  <a:pt x="13435" y="9302"/>
                </a:lnTo>
                <a:lnTo>
                  <a:pt x="13090" y="8617"/>
                </a:lnTo>
                <a:lnTo>
                  <a:pt x="12758" y="7931"/>
                </a:lnTo>
                <a:lnTo>
                  <a:pt x="12440" y="7246"/>
                </a:lnTo>
                <a:lnTo>
                  <a:pt x="12128" y="6560"/>
                </a:lnTo>
                <a:lnTo>
                  <a:pt x="11829" y="5864"/>
                </a:lnTo>
                <a:lnTo>
                  <a:pt x="11543" y="5179"/>
                </a:lnTo>
                <a:lnTo>
                  <a:pt x="11271" y="4493"/>
                </a:lnTo>
                <a:lnTo>
                  <a:pt x="11012" y="3797"/>
                </a:lnTo>
                <a:lnTo>
                  <a:pt x="10760" y="3111"/>
                </a:lnTo>
                <a:lnTo>
                  <a:pt x="10521" y="2426"/>
                </a:lnTo>
                <a:lnTo>
                  <a:pt x="10295" y="1730"/>
                </a:lnTo>
                <a:lnTo>
                  <a:pt x="10083" y="1044"/>
                </a:lnTo>
                <a:lnTo>
                  <a:pt x="9930" y="517"/>
                </a:lnTo>
                <a:lnTo>
                  <a:pt x="9784" y="0"/>
                </a:lnTo>
                <a:lnTo>
                  <a:pt x="9665" y="0"/>
                </a:lnTo>
                <a:lnTo>
                  <a:pt x="9824" y="549"/>
                </a:lnTo>
                <a:lnTo>
                  <a:pt x="9990" y="1118"/>
                </a:lnTo>
                <a:lnTo>
                  <a:pt x="10203" y="1814"/>
                </a:lnTo>
                <a:lnTo>
                  <a:pt x="10428" y="2500"/>
                </a:lnTo>
                <a:lnTo>
                  <a:pt x="10667" y="3196"/>
                </a:lnTo>
                <a:lnTo>
                  <a:pt x="10920" y="3881"/>
                </a:lnTo>
                <a:lnTo>
                  <a:pt x="11178" y="4577"/>
                </a:lnTo>
                <a:lnTo>
                  <a:pt x="11457" y="5273"/>
                </a:lnTo>
                <a:lnTo>
                  <a:pt x="11743" y="5959"/>
                </a:lnTo>
                <a:lnTo>
                  <a:pt x="12041" y="6655"/>
                </a:lnTo>
                <a:lnTo>
                  <a:pt x="12353" y="7341"/>
                </a:lnTo>
                <a:lnTo>
                  <a:pt x="12672" y="8037"/>
                </a:lnTo>
                <a:lnTo>
                  <a:pt x="13010" y="8722"/>
                </a:lnTo>
                <a:lnTo>
                  <a:pt x="13356" y="9408"/>
                </a:lnTo>
                <a:lnTo>
                  <a:pt x="13707" y="10093"/>
                </a:lnTo>
                <a:lnTo>
                  <a:pt x="14079" y="10779"/>
                </a:lnTo>
                <a:lnTo>
                  <a:pt x="14458" y="11464"/>
                </a:lnTo>
                <a:lnTo>
                  <a:pt x="14849" y="12150"/>
                </a:lnTo>
                <a:lnTo>
                  <a:pt x="14723" y="12329"/>
                </a:lnTo>
                <a:lnTo>
                  <a:pt x="14590" y="12508"/>
                </a:lnTo>
                <a:lnTo>
                  <a:pt x="14451" y="12667"/>
                </a:lnTo>
                <a:lnTo>
                  <a:pt x="14312" y="12825"/>
                </a:lnTo>
                <a:lnTo>
                  <a:pt x="14165" y="12973"/>
                </a:lnTo>
                <a:lnTo>
                  <a:pt x="14013" y="13120"/>
                </a:lnTo>
                <a:lnTo>
                  <a:pt x="13860" y="13247"/>
                </a:lnTo>
                <a:lnTo>
                  <a:pt x="13707" y="13363"/>
                </a:lnTo>
                <a:lnTo>
                  <a:pt x="13542" y="13479"/>
                </a:lnTo>
                <a:lnTo>
                  <a:pt x="13382" y="13574"/>
                </a:lnTo>
                <a:lnTo>
                  <a:pt x="13210" y="13669"/>
                </a:lnTo>
                <a:lnTo>
                  <a:pt x="13044" y="13753"/>
                </a:lnTo>
                <a:lnTo>
                  <a:pt x="12865" y="13816"/>
                </a:lnTo>
                <a:lnTo>
                  <a:pt x="12692" y="13880"/>
                </a:lnTo>
                <a:lnTo>
                  <a:pt x="12506" y="13932"/>
                </a:lnTo>
                <a:lnTo>
                  <a:pt x="12327" y="13975"/>
                </a:lnTo>
                <a:lnTo>
                  <a:pt x="12128" y="14006"/>
                </a:lnTo>
                <a:lnTo>
                  <a:pt x="11935" y="14027"/>
                </a:lnTo>
                <a:lnTo>
                  <a:pt x="11736" y="14038"/>
                </a:lnTo>
                <a:lnTo>
                  <a:pt x="11537" y="14027"/>
                </a:lnTo>
                <a:lnTo>
                  <a:pt x="11331" y="14017"/>
                </a:lnTo>
                <a:lnTo>
                  <a:pt x="11132" y="13996"/>
                </a:lnTo>
                <a:lnTo>
                  <a:pt x="10926" y="13954"/>
                </a:lnTo>
                <a:lnTo>
                  <a:pt x="10714" y="13911"/>
                </a:lnTo>
                <a:lnTo>
                  <a:pt x="10508" y="13859"/>
                </a:lnTo>
                <a:lnTo>
                  <a:pt x="10295" y="13785"/>
                </a:lnTo>
                <a:lnTo>
                  <a:pt x="10083" y="13700"/>
                </a:lnTo>
                <a:lnTo>
                  <a:pt x="9864" y="13616"/>
                </a:lnTo>
                <a:lnTo>
                  <a:pt x="9652" y="13510"/>
                </a:lnTo>
                <a:lnTo>
                  <a:pt x="9433" y="13395"/>
                </a:lnTo>
                <a:lnTo>
                  <a:pt x="9214" y="13279"/>
                </a:lnTo>
                <a:lnTo>
                  <a:pt x="8988" y="13141"/>
                </a:lnTo>
                <a:lnTo>
                  <a:pt x="8749" y="12983"/>
                </a:lnTo>
                <a:lnTo>
                  <a:pt x="8503" y="12804"/>
                </a:lnTo>
                <a:lnTo>
                  <a:pt x="8258" y="12625"/>
                </a:lnTo>
                <a:lnTo>
                  <a:pt x="8012" y="12424"/>
                </a:lnTo>
                <a:lnTo>
                  <a:pt x="7767" y="12213"/>
                </a:lnTo>
                <a:lnTo>
                  <a:pt x="7521" y="11992"/>
                </a:lnTo>
                <a:lnTo>
                  <a:pt x="7275" y="11760"/>
                </a:lnTo>
                <a:lnTo>
                  <a:pt x="7030" y="11517"/>
                </a:lnTo>
                <a:lnTo>
                  <a:pt x="6777" y="11254"/>
                </a:lnTo>
                <a:lnTo>
                  <a:pt x="6532" y="10979"/>
                </a:lnTo>
                <a:lnTo>
                  <a:pt x="6280" y="10705"/>
                </a:lnTo>
                <a:lnTo>
                  <a:pt x="6027" y="10410"/>
                </a:lnTo>
                <a:lnTo>
                  <a:pt x="5782" y="10093"/>
                </a:lnTo>
                <a:lnTo>
                  <a:pt x="5530" y="9777"/>
                </a:lnTo>
                <a:lnTo>
                  <a:pt x="5277" y="9450"/>
                </a:lnTo>
                <a:lnTo>
                  <a:pt x="5032" y="9102"/>
                </a:lnTo>
                <a:lnTo>
                  <a:pt x="4753" y="8712"/>
                </a:lnTo>
                <a:lnTo>
                  <a:pt x="4481" y="8311"/>
                </a:lnTo>
                <a:lnTo>
                  <a:pt x="4209" y="7900"/>
                </a:lnTo>
                <a:lnTo>
                  <a:pt x="3930" y="7467"/>
                </a:lnTo>
                <a:lnTo>
                  <a:pt x="3658" y="7024"/>
                </a:lnTo>
                <a:lnTo>
                  <a:pt x="3385" y="6560"/>
                </a:lnTo>
                <a:lnTo>
                  <a:pt x="3113" y="6096"/>
                </a:lnTo>
                <a:lnTo>
                  <a:pt x="2841" y="5611"/>
                </a:lnTo>
                <a:lnTo>
                  <a:pt x="2569" y="5105"/>
                </a:lnTo>
                <a:lnTo>
                  <a:pt x="2297" y="4598"/>
                </a:lnTo>
                <a:lnTo>
                  <a:pt x="2025" y="4071"/>
                </a:lnTo>
                <a:lnTo>
                  <a:pt x="1752" y="3544"/>
                </a:lnTo>
                <a:lnTo>
                  <a:pt x="1487" y="2985"/>
                </a:lnTo>
                <a:lnTo>
                  <a:pt x="1215" y="2426"/>
                </a:lnTo>
                <a:lnTo>
                  <a:pt x="949" y="1856"/>
                </a:lnTo>
                <a:lnTo>
                  <a:pt x="684" y="1266"/>
                </a:lnTo>
                <a:lnTo>
                  <a:pt x="405" y="643"/>
                </a:lnTo>
                <a:lnTo>
                  <a:pt x="133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3293981"/>
            <a:ext cx="8593201" cy="6126601"/>
          </a:xfrm>
          <a:prstGeom prst="rect">
            <a:avLst/>
          </a:prstGeom>
        </p:spPr>
        <p:txBody>
          <a:bodyPr lIns="182849" tIns="182849" rIns="182849" bIns="182849" anchor="b"/>
          <a:lstStyle>
            <a:lvl1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6" name="Google Shape;244;p27"/>
          <p:cNvSpPr>
            <a:spLocks noGrp="1"/>
          </p:cNvSpPr>
          <p:nvPr>
            <p:ph type="pic" sz="half" idx="21"/>
          </p:nvPr>
        </p:nvSpPr>
        <p:spPr>
          <a:xfrm>
            <a:off x="10424600" y="920600"/>
            <a:ext cx="7405801" cy="82721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87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5932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288" name="Google Shape;246;p27"/>
          <p:cNvSpPr/>
          <p:nvPr/>
        </p:nvSpPr>
        <p:spPr>
          <a:xfrm>
            <a:off x="9360682" y="7713166"/>
            <a:ext cx="5153026" cy="2605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9" y="0"/>
                </a:moveTo>
                <a:lnTo>
                  <a:pt x="569" y="39"/>
                </a:lnTo>
                <a:lnTo>
                  <a:pt x="469" y="79"/>
                </a:lnTo>
                <a:lnTo>
                  <a:pt x="369" y="138"/>
                </a:lnTo>
                <a:lnTo>
                  <a:pt x="210" y="335"/>
                </a:lnTo>
                <a:lnTo>
                  <a:pt x="150" y="454"/>
                </a:lnTo>
                <a:lnTo>
                  <a:pt x="100" y="612"/>
                </a:lnTo>
                <a:lnTo>
                  <a:pt x="60" y="770"/>
                </a:lnTo>
                <a:lnTo>
                  <a:pt x="30" y="967"/>
                </a:lnTo>
                <a:lnTo>
                  <a:pt x="10" y="1184"/>
                </a:lnTo>
                <a:lnTo>
                  <a:pt x="0" y="1441"/>
                </a:lnTo>
                <a:lnTo>
                  <a:pt x="10" y="1698"/>
                </a:lnTo>
                <a:lnTo>
                  <a:pt x="30" y="1994"/>
                </a:lnTo>
                <a:lnTo>
                  <a:pt x="70" y="2290"/>
                </a:lnTo>
                <a:lnTo>
                  <a:pt x="110" y="2626"/>
                </a:lnTo>
                <a:lnTo>
                  <a:pt x="170" y="2981"/>
                </a:lnTo>
                <a:lnTo>
                  <a:pt x="249" y="3356"/>
                </a:lnTo>
                <a:lnTo>
                  <a:pt x="329" y="3771"/>
                </a:lnTo>
                <a:lnTo>
                  <a:pt x="429" y="4185"/>
                </a:lnTo>
                <a:lnTo>
                  <a:pt x="539" y="4640"/>
                </a:lnTo>
                <a:lnTo>
                  <a:pt x="798" y="5607"/>
                </a:lnTo>
                <a:lnTo>
                  <a:pt x="1108" y="6653"/>
                </a:lnTo>
                <a:lnTo>
                  <a:pt x="1477" y="7799"/>
                </a:lnTo>
                <a:lnTo>
                  <a:pt x="1886" y="9023"/>
                </a:lnTo>
                <a:lnTo>
                  <a:pt x="2356" y="10346"/>
                </a:lnTo>
                <a:lnTo>
                  <a:pt x="2875" y="11748"/>
                </a:lnTo>
                <a:lnTo>
                  <a:pt x="3434" y="13248"/>
                </a:lnTo>
                <a:lnTo>
                  <a:pt x="4052" y="14847"/>
                </a:lnTo>
                <a:lnTo>
                  <a:pt x="4721" y="16526"/>
                </a:lnTo>
                <a:lnTo>
                  <a:pt x="5440" y="18283"/>
                </a:lnTo>
                <a:lnTo>
                  <a:pt x="6139" y="19961"/>
                </a:lnTo>
                <a:lnTo>
                  <a:pt x="6827" y="21600"/>
                </a:lnTo>
                <a:lnTo>
                  <a:pt x="7037" y="21600"/>
                </a:lnTo>
                <a:lnTo>
                  <a:pt x="6308" y="19863"/>
                </a:lnTo>
                <a:lnTo>
                  <a:pt x="5570" y="18085"/>
                </a:lnTo>
                <a:lnTo>
                  <a:pt x="4701" y="15953"/>
                </a:lnTo>
                <a:lnTo>
                  <a:pt x="3923" y="13979"/>
                </a:lnTo>
                <a:lnTo>
                  <a:pt x="3234" y="12182"/>
                </a:lnTo>
                <a:lnTo>
                  <a:pt x="2625" y="10563"/>
                </a:lnTo>
                <a:lnTo>
                  <a:pt x="2096" y="9082"/>
                </a:lnTo>
                <a:lnTo>
                  <a:pt x="1647" y="7759"/>
                </a:lnTo>
                <a:lnTo>
                  <a:pt x="1268" y="6555"/>
                </a:lnTo>
                <a:lnTo>
                  <a:pt x="948" y="5508"/>
                </a:lnTo>
                <a:lnTo>
                  <a:pt x="699" y="4581"/>
                </a:lnTo>
                <a:lnTo>
                  <a:pt x="499" y="3751"/>
                </a:lnTo>
                <a:lnTo>
                  <a:pt x="419" y="3396"/>
                </a:lnTo>
                <a:lnTo>
                  <a:pt x="349" y="3040"/>
                </a:lnTo>
                <a:lnTo>
                  <a:pt x="289" y="2724"/>
                </a:lnTo>
                <a:lnTo>
                  <a:pt x="210" y="2171"/>
                </a:lnTo>
                <a:lnTo>
                  <a:pt x="190" y="1935"/>
                </a:lnTo>
                <a:lnTo>
                  <a:pt x="170" y="1718"/>
                </a:lnTo>
                <a:lnTo>
                  <a:pt x="160" y="1500"/>
                </a:lnTo>
                <a:lnTo>
                  <a:pt x="160" y="1322"/>
                </a:lnTo>
                <a:lnTo>
                  <a:pt x="170" y="1165"/>
                </a:lnTo>
                <a:lnTo>
                  <a:pt x="190" y="1026"/>
                </a:lnTo>
                <a:lnTo>
                  <a:pt x="210" y="888"/>
                </a:lnTo>
                <a:lnTo>
                  <a:pt x="240" y="770"/>
                </a:lnTo>
                <a:lnTo>
                  <a:pt x="280" y="651"/>
                </a:lnTo>
                <a:lnTo>
                  <a:pt x="319" y="573"/>
                </a:lnTo>
                <a:lnTo>
                  <a:pt x="379" y="494"/>
                </a:lnTo>
                <a:lnTo>
                  <a:pt x="449" y="414"/>
                </a:lnTo>
                <a:lnTo>
                  <a:pt x="519" y="375"/>
                </a:lnTo>
                <a:lnTo>
                  <a:pt x="599" y="335"/>
                </a:lnTo>
                <a:lnTo>
                  <a:pt x="699" y="316"/>
                </a:lnTo>
                <a:lnTo>
                  <a:pt x="858" y="316"/>
                </a:lnTo>
                <a:lnTo>
                  <a:pt x="978" y="355"/>
                </a:lnTo>
                <a:lnTo>
                  <a:pt x="1228" y="434"/>
                </a:lnTo>
                <a:lnTo>
                  <a:pt x="1527" y="592"/>
                </a:lnTo>
                <a:lnTo>
                  <a:pt x="1867" y="809"/>
                </a:lnTo>
                <a:lnTo>
                  <a:pt x="2246" y="1066"/>
                </a:lnTo>
                <a:lnTo>
                  <a:pt x="2655" y="1382"/>
                </a:lnTo>
                <a:lnTo>
                  <a:pt x="3104" y="1757"/>
                </a:lnTo>
                <a:lnTo>
                  <a:pt x="3583" y="2171"/>
                </a:lnTo>
                <a:lnTo>
                  <a:pt x="4092" y="2626"/>
                </a:lnTo>
                <a:lnTo>
                  <a:pt x="4641" y="3139"/>
                </a:lnTo>
                <a:lnTo>
                  <a:pt x="5210" y="3692"/>
                </a:lnTo>
                <a:lnTo>
                  <a:pt x="5819" y="4285"/>
                </a:lnTo>
                <a:lnTo>
                  <a:pt x="7097" y="5587"/>
                </a:lnTo>
                <a:lnTo>
                  <a:pt x="8464" y="7029"/>
                </a:lnTo>
                <a:lnTo>
                  <a:pt x="9911" y="8589"/>
                </a:lnTo>
                <a:lnTo>
                  <a:pt x="11429" y="10247"/>
                </a:lnTo>
                <a:lnTo>
                  <a:pt x="13006" y="12024"/>
                </a:lnTo>
                <a:lnTo>
                  <a:pt x="14623" y="13841"/>
                </a:lnTo>
                <a:lnTo>
                  <a:pt x="16270" y="15736"/>
                </a:lnTo>
                <a:lnTo>
                  <a:pt x="17937" y="17671"/>
                </a:lnTo>
                <a:lnTo>
                  <a:pt x="19614" y="19625"/>
                </a:lnTo>
                <a:lnTo>
                  <a:pt x="21280" y="21600"/>
                </a:lnTo>
                <a:lnTo>
                  <a:pt x="21600" y="21600"/>
                </a:lnTo>
                <a:lnTo>
                  <a:pt x="20492" y="20297"/>
                </a:lnTo>
                <a:lnTo>
                  <a:pt x="18376" y="17809"/>
                </a:lnTo>
                <a:lnTo>
                  <a:pt x="16380" y="15499"/>
                </a:lnTo>
                <a:lnTo>
                  <a:pt x="14503" y="13327"/>
                </a:lnTo>
                <a:lnTo>
                  <a:pt x="12736" y="11333"/>
                </a:lnTo>
                <a:lnTo>
                  <a:pt x="11080" y="9497"/>
                </a:lnTo>
                <a:lnTo>
                  <a:pt x="9552" y="7819"/>
                </a:lnTo>
                <a:lnTo>
                  <a:pt x="8135" y="6298"/>
                </a:lnTo>
                <a:lnTo>
                  <a:pt x="6827" y="4956"/>
                </a:lnTo>
                <a:lnTo>
                  <a:pt x="5649" y="3771"/>
                </a:lnTo>
                <a:lnTo>
                  <a:pt x="4582" y="2744"/>
                </a:lnTo>
                <a:lnTo>
                  <a:pt x="4092" y="2290"/>
                </a:lnTo>
                <a:lnTo>
                  <a:pt x="3643" y="1875"/>
                </a:lnTo>
                <a:lnTo>
                  <a:pt x="3214" y="1500"/>
                </a:lnTo>
                <a:lnTo>
                  <a:pt x="2815" y="1165"/>
                </a:lnTo>
                <a:lnTo>
                  <a:pt x="2446" y="888"/>
                </a:lnTo>
                <a:lnTo>
                  <a:pt x="2096" y="631"/>
                </a:lnTo>
                <a:lnTo>
                  <a:pt x="1787" y="434"/>
                </a:lnTo>
                <a:lnTo>
                  <a:pt x="1507" y="256"/>
                </a:lnTo>
                <a:lnTo>
                  <a:pt x="1258" y="138"/>
                </a:lnTo>
                <a:lnTo>
                  <a:pt x="1038" y="59"/>
                </a:lnTo>
                <a:lnTo>
                  <a:pt x="848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1_1_1_1_1_1_1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5136350"/>
            <a:ext cx="5669401" cy="800401"/>
          </a:xfrm>
          <a:prstGeom prst="rect">
            <a:avLst/>
          </a:prstGeom>
        </p:spPr>
        <p:txBody>
          <a:bodyPr lIns="0" tIns="0" rIns="0" bIns="0" anchor="ctr"/>
          <a:lstStyle>
            <a:lvl1pPr marL="381000" indent="-3048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381000" indent="1524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L="381000" indent="6096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L="381000" indent="10668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L="381000" indent="15240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7" name="Google Shape;253;p28"/>
          <p:cNvSpPr txBox="1">
            <a:spLocks noGrp="1"/>
          </p:cNvSpPr>
          <p:nvPr>
            <p:ph type="body" sz="quarter" idx="21"/>
          </p:nvPr>
        </p:nvSpPr>
        <p:spPr>
          <a:xfrm>
            <a:off x="457199" y="6267599"/>
            <a:ext cx="5669402" cy="1444202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●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98" name="Google Shape;254;p28"/>
          <p:cNvSpPr txBox="1">
            <a:spLocks noGrp="1"/>
          </p:cNvSpPr>
          <p:nvPr>
            <p:ph type="body" sz="quarter" idx="22"/>
          </p:nvPr>
        </p:nvSpPr>
        <p:spPr>
          <a:xfrm>
            <a:off x="6313225" y="6267599"/>
            <a:ext cx="5669401" cy="1444202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●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299" name="Google Shape;255;p28"/>
          <p:cNvSpPr txBox="1">
            <a:spLocks noGrp="1"/>
          </p:cNvSpPr>
          <p:nvPr>
            <p:ph type="body" sz="quarter" idx="23"/>
          </p:nvPr>
        </p:nvSpPr>
        <p:spPr>
          <a:xfrm>
            <a:off x="12169275" y="6267599"/>
            <a:ext cx="5669401" cy="1444202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●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00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11414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3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2_1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260;p29" descr="Google Shape;260;p29"/>
          <p:cNvPicPr>
            <a:picLocks noChangeAspect="1"/>
          </p:cNvPicPr>
          <p:nvPr/>
        </p:nvPicPr>
        <p:blipFill>
          <a:blip r:embed="rId2"/>
          <a:srcRect l="534" t="71891" r="13407"/>
          <a:stretch>
            <a:fillRect/>
          </a:stretch>
        </p:blipFill>
        <p:spPr>
          <a:xfrm>
            <a:off x="9122999" y="0"/>
            <a:ext cx="9165006" cy="2993398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09300" y="6675600"/>
            <a:ext cx="5669401" cy="2692201"/>
          </a:xfrm>
          <a:prstGeom prst="rect">
            <a:avLst/>
          </a:prstGeom>
        </p:spPr>
        <p:txBody>
          <a:bodyPr lIns="182849" tIns="182849" rIns="182849" bIns="182849"/>
          <a:lstStyle>
            <a:lvl1pPr indent="-342900"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42900"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○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42900"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■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42900"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42900"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○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0" name="Google Shape;262;p29"/>
          <p:cNvSpPr txBox="1">
            <a:spLocks noGrp="1"/>
          </p:cNvSpPr>
          <p:nvPr>
            <p:ph type="body" sz="quarter" idx="21"/>
          </p:nvPr>
        </p:nvSpPr>
        <p:spPr>
          <a:xfrm>
            <a:off x="457199" y="6675600"/>
            <a:ext cx="5669402" cy="2692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11" name="Google Shape;263;p29"/>
          <p:cNvSpPr txBox="1">
            <a:spLocks noGrp="1"/>
          </p:cNvSpPr>
          <p:nvPr>
            <p:ph type="body" sz="quarter" idx="22"/>
          </p:nvPr>
        </p:nvSpPr>
        <p:spPr>
          <a:xfrm>
            <a:off x="12161400" y="6675600"/>
            <a:ext cx="5669401" cy="2692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12" name="Title Text"/>
          <p:cNvSpPr txBox="1">
            <a:spLocks noGrp="1"/>
          </p:cNvSpPr>
          <p:nvPr>
            <p:ph type="title"/>
          </p:nvPr>
        </p:nvSpPr>
        <p:spPr>
          <a:xfrm>
            <a:off x="3754099" y="3157547"/>
            <a:ext cx="6006001" cy="585001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800">
                <a:solidFill>
                  <a:srgbClr val="6AD1FA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313" name="Google Shape;266;p29"/>
          <p:cNvSpPr>
            <a:spLocks noGrp="1"/>
          </p:cNvSpPr>
          <p:nvPr>
            <p:ph type="pic" sz="quarter" idx="23"/>
          </p:nvPr>
        </p:nvSpPr>
        <p:spPr>
          <a:xfrm>
            <a:off x="618699" y="2851449"/>
            <a:ext cx="2819401" cy="2819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314" name="Google Shape;267;p29" descr="Google Shape;267;p29"/>
          <p:cNvPicPr>
            <a:picLocks noChangeAspect="1"/>
          </p:cNvPicPr>
          <p:nvPr/>
        </p:nvPicPr>
        <p:blipFill>
          <a:blip r:embed="rId3"/>
          <a:srcRect t="49683" r="49117"/>
          <a:stretch>
            <a:fillRect/>
          </a:stretch>
        </p:blipFill>
        <p:spPr>
          <a:xfrm>
            <a:off x="14784384" y="-4"/>
            <a:ext cx="3503625" cy="3464602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Google Shape;269;p29"/>
          <p:cNvSpPr/>
          <p:nvPr/>
        </p:nvSpPr>
        <p:spPr>
          <a:xfrm>
            <a:off x="14604204" y="-4"/>
            <a:ext cx="3683805" cy="3145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91" y="7229"/>
                </a:moveTo>
                <a:lnTo>
                  <a:pt x="10855" y="7886"/>
                </a:lnTo>
                <a:lnTo>
                  <a:pt x="10806" y="8543"/>
                </a:lnTo>
                <a:lnTo>
                  <a:pt x="10733" y="9186"/>
                </a:lnTo>
                <a:lnTo>
                  <a:pt x="10635" y="9814"/>
                </a:lnTo>
                <a:lnTo>
                  <a:pt x="10526" y="10429"/>
                </a:lnTo>
                <a:lnTo>
                  <a:pt x="10392" y="11043"/>
                </a:lnTo>
                <a:lnTo>
                  <a:pt x="10233" y="11643"/>
                </a:lnTo>
                <a:lnTo>
                  <a:pt x="10062" y="12243"/>
                </a:lnTo>
                <a:lnTo>
                  <a:pt x="9903" y="12714"/>
                </a:lnTo>
                <a:lnTo>
                  <a:pt x="9733" y="13200"/>
                </a:lnTo>
                <a:lnTo>
                  <a:pt x="9550" y="13657"/>
                </a:lnTo>
                <a:lnTo>
                  <a:pt x="9355" y="14129"/>
                </a:lnTo>
                <a:lnTo>
                  <a:pt x="9135" y="14571"/>
                </a:lnTo>
                <a:lnTo>
                  <a:pt x="8916" y="15014"/>
                </a:lnTo>
                <a:lnTo>
                  <a:pt x="8672" y="15457"/>
                </a:lnTo>
                <a:lnTo>
                  <a:pt x="8416" y="15886"/>
                </a:lnTo>
                <a:lnTo>
                  <a:pt x="8147" y="16300"/>
                </a:lnTo>
                <a:lnTo>
                  <a:pt x="7867" y="16714"/>
                </a:lnTo>
                <a:lnTo>
                  <a:pt x="7586" y="17114"/>
                </a:lnTo>
                <a:lnTo>
                  <a:pt x="7269" y="17514"/>
                </a:lnTo>
                <a:lnTo>
                  <a:pt x="6952" y="17900"/>
                </a:lnTo>
                <a:lnTo>
                  <a:pt x="6623" y="18272"/>
                </a:lnTo>
                <a:lnTo>
                  <a:pt x="6281" y="18643"/>
                </a:lnTo>
                <a:lnTo>
                  <a:pt x="5928" y="19000"/>
                </a:lnTo>
                <a:lnTo>
                  <a:pt x="5415" y="19486"/>
                </a:lnTo>
                <a:lnTo>
                  <a:pt x="4940" y="19900"/>
                </a:lnTo>
                <a:lnTo>
                  <a:pt x="4489" y="20243"/>
                </a:lnTo>
                <a:lnTo>
                  <a:pt x="4074" y="20543"/>
                </a:lnTo>
                <a:lnTo>
                  <a:pt x="3683" y="20786"/>
                </a:lnTo>
                <a:lnTo>
                  <a:pt x="3330" y="20986"/>
                </a:lnTo>
                <a:lnTo>
                  <a:pt x="3000" y="21129"/>
                </a:lnTo>
                <a:lnTo>
                  <a:pt x="2695" y="21243"/>
                </a:lnTo>
                <a:lnTo>
                  <a:pt x="2415" y="21314"/>
                </a:lnTo>
                <a:lnTo>
                  <a:pt x="2159" y="21357"/>
                </a:lnTo>
                <a:lnTo>
                  <a:pt x="1927" y="21372"/>
                </a:lnTo>
                <a:lnTo>
                  <a:pt x="1720" y="21372"/>
                </a:lnTo>
                <a:lnTo>
                  <a:pt x="1537" y="21329"/>
                </a:lnTo>
                <a:lnTo>
                  <a:pt x="1378" y="21286"/>
                </a:lnTo>
                <a:lnTo>
                  <a:pt x="1232" y="21229"/>
                </a:lnTo>
                <a:lnTo>
                  <a:pt x="1110" y="21172"/>
                </a:lnTo>
                <a:lnTo>
                  <a:pt x="988" y="21086"/>
                </a:lnTo>
                <a:lnTo>
                  <a:pt x="878" y="20986"/>
                </a:lnTo>
                <a:lnTo>
                  <a:pt x="768" y="20871"/>
                </a:lnTo>
                <a:lnTo>
                  <a:pt x="671" y="20743"/>
                </a:lnTo>
                <a:lnTo>
                  <a:pt x="585" y="20600"/>
                </a:lnTo>
                <a:lnTo>
                  <a:pt x="500" y="20457"/>
                </a:lnTo>
                <a:lnTo>
                  <a:pt x="427" y="20286"/>
                </a:lnTo>
                <a:lnTo>
                  <a:pt x="366" y="20114"/>
                </a:lnTo>
                <a:lnTo>
                  <a:pt x="317" y="19929"/>
                </a:lnTo>
                <a:lnTo>
                  <a:pt x="268" y="19729"/>
                </a:lnTo>
                <a:lnTo>
                  <a:pt x="244" y="19514"/>
                </a:lnTo>
                <a:lnTo>
                  <a:pt x="220" y="19300"/>
                </a:lnTo>
                <a:lnTo>
                  <a:pt x="195" y="19071"/>
                </a:lnTo>
                <a:lnTo>
                  <a:pt x="195" y="18586"/>
                </a:lnTo>
                <a:lnTo>
                  <a:pt x="207" y="18329"/>
                </a:lnTo>
                <a:lnTo>
                  <a:pt x="244" y="17986"/>
                </a:lnTo>
                <a:lnTo>
                  <a:pt x="293" y="17643"/>
                </a:lnTo>
                <a:lnTo>
                  <a:pt x="366" y="17286"/>
                </a:lnTo>
                <a:lnTo>
                  <a:pt x="439" y="16914"/>
                </a:lnTo>
                <a:lnTo>
                  <a:pt x="537" y="16557"/>
                </a:lnTo>
                <a:lnTo>
                  <a:pt x="646" y="16186"/>
                </a:lnTo>
                <a:lnTo>
                  <a:pt x="768" y="15814"/>
                </a:lnTo>
                <a:lnTo>
                  <a:pt x="903" y="15457"/>
                </a:lnTo>
                <a:lnTo>
                  <a:pt x="1061" y="15086"/>
                </a:lnTo>
                <a:lnTo>
                  <a:pt x="1220" y="14714"/>
                </a:lnTo>
                <a:lnTo>
                  <a:pt x="1403" y="14343"/>
                </a:lnTo>
                <a:lnTo>
                  <a:pt x="1586" y="13986"/>
                </a:lnTo>
                <a:lnTo>
                  <a:pt x="1793" y="13614"/>
                </a:lnTo>
                <a:lnTo>
                  <a:pt x="2000" y="13257"/>
                </a:lnTo>
                <a:lnTo>
                  <a:pt x="2232" y="12914"/>
                </a:lnTo>
                <a:lnTo>
                  <a:pt x="2476" y="12557"/>
                </a:lnTo>
                <a:lnTo>
                  <a:pt x="2683" y="12271"/>
                </a:lnTo>
                <a:lnTo>
                  <a:pt x="2915" y="11957"/>
                </a:lnTo>
                <a:lnTo>
                  <a:pt x="3171" y="11657"/>
                </a:lnTo>
                <a:lnTo>
                  <a:pt x="3452" y="11329"/>
                </a:lnTo>
                <a:lnTo>
                  <a:pt x="3744" y="11014"/>
                </a:lnTo>
                <a:lnTo>
                  <a:pt x="4061" y="10686"/>
                </a:lnTo>
                <a:lnTo>
                  <a:pt x="4403" y="10357"/>
                </a:lnTo>
                <a:lnTo>
                  <a:pt x="4769" y="10043"/>
                </a:lnTo>
                <a:lnTo>
                  <a:pt x="5147" y="9729"/>
                </a:lnTo>
                <a:lnTo>
                  <a:pt x="5562" y="9414"/>
                </a:lnTo>
                <a:lnTo>
                  <a:pt x="5989" y="9114"/>
                </a:lnTo>
                <a:lnTo>
                  <a:pt x="6452" y="8829"/>
                </a:lnTo>
                <a:lnTo>
                  <a:pt x="6928" y="8557"/>
                </a:lnTo>
                <a:lnTo>
                  <a:pt x="7440" y="8286"/>
                </a:lnTo>
                <a:lnTo>
                  <a:pt x="7965" y="8043"/>
                </a:lnTo>
                <a:lnTo>
                  <a:pt x="8525" y="7828"/>
                </a:lnTo>
                <a:lnTo>
                  <a:pt x="8830" y="7714"/>
                </a:lnTo>
                <a:lnTo>
                  <a:pt x="9123" y="7614"/>
                </a:lnTo>
                <a:lnTo>
                  <a:pt x="9428" y="7529"/>
                </a:lnTo>
                <a:lnTo>
                  <a:pt x="9721" y="7457"/>
                </a:lnTo>
                <a:lnTo>
                  <a:pt x="10013" y="7386"/>
                </a:lnTo>
                <a:lnTo>
                  <a:pt x="10306" y="7328"/>
                </a:lnTo>
                <a:lnTo>
                  <a:pt x="10599" y="7271"/>
                </a:lnTo>
                <a:lnTo>
                  <a:pt x="10891" y="7229"/>
                </a:lnTo>
                <a:close/>
                <a:moveTo>
                  <a:pt x="10062" y="0"/>
                </a:moveTo>
                <a:lnTo>
                  <a:pt x="10196" y="529"/>
                </a:lnTo>
                <a:lnTo>
                  <a:pt x="10331" y="1100"/>
                </a:lnTo>
                <a:lnTo>
                  <a:pt x="10453" y="1729"/>
                </a:lnTo>
                <a:lnTo>
                  <a:pt x="10574" y="2400"/>
                </a:lnTo>
                <a:lnTo>
                  <a:pt x="10672" y="3100"/>
                </a:lnTo>
                <a:lnTo>
                  <a:pt x="10770" y="3843"/>
                </a:lnTo>
                <a:lnTo>
                  <a:pt x="10843" y="4629"/>
                </a:lnTo>
                <a:lnTo>
                  <a:pt x="10891" y="5429"/>
                </a:lnTo>
                <a:lnTo>
                  <a:pt x="10904" y="6228"/>
                </a:lnTo>
                <a:lnTo>
                  <a:pt x="10904" y="7000"/>
                </a:lnTo>
                <a:lnTo>
                  <a:pt x="10599" y="7043"/>
                </a:lnTo>
                <a:lnTo>
                  <a:pt x="10306" y="7100"/>
                </a:lnTo>
                <a:lnTo>
                  <a:pt x="10001" y="7157"/>
                </a:lnTo>
                <a:lnTo>
                  <a:pt x="9696" y="7229"/>
                </a:lnTo>
                <a:lnTo>
                  <a:pt x="9391" y="7300"/>
                </a:lnTo>
                <a:lnTo>
                  <a:pt x="9087" y="7400"/>
                </a:lnTo>
                <a:lnTo>
                  <a:pt x="8781" y="7500"/>
                </a:lnTo>
                <a:lnTo>
                  <a:pt x="8464" y="7614"/>
                </a:lnTo>
                <a:lnTo>
                  <a:pt x="7904" y="7828"/>
                </a:lnTo>
                <a:lnTo>
                  <a:pt x="7355" y="8086"/>
                </a:lnTo>
                <a:lnTo>
                  <a:pt x="6842" y="8343"/>
                </a:lnTo>
                <a:lnTo>
                  <a:pt x="6354" y="8629"/>
                </a:lnTo>
                <a:lnTo>
                  <a:pt x="5891" y="8914"/>
                </a:lnTo>
                <a:lnTo>
                  <a:pt x="5452" y="9229"/>
                </a:lnTo>
                <a:lnTo>
                  <a:pt x="5037" y="9543"/>
                </a:lnTo>
                <a:lnTo>
                  <a:pt x="4647" y="9857"/>
                </a:lnTo>
                <a:lnTo>
                  <a:pt x="4281" y="10186"/>
                </a:lnTo>
                <a:lnTo>
                  <a:pt x="3939" y="10514"/>
                </a:lnTo>
                <a:lnTo>
                  <a:pt x="3610" y="10843"/>
                </a:lnTo>
                <a:lnTo>
                  <a:pt x="3305" y="11171"/>
                </a:lnTo>
                <a:lnTo>
                  <a:pt x="3037" y="11486"/>
                </a:lnTo>
                <a:lnTo>
                  <a:pt x="2769" y="11814"/>
                </a:lnTo>
                <a:lnTo>
                  <a:pt x="2537" y="12114"/>
                </a:lnTo>
                <a:lnTo>
                  <a:pt x="2318" y="12414"/>
                </a:lnTo>
                <a:lnTo>
                  <a:pt x="2074" y="12771"/>
                </a:lnTo>
                <a:lnTo>
                  <a:pt x="1842" y="13128"/>
                </a:lnTo>
                <a:lnTo>
                  <a:pt x="1622" y="13500"/>
                </a:lnTo>
                <a:lnTo>
                  <a:pt x="1427" y="13857"/>
                </a:lnTo>
                <a:lnTo>
                  <a:pt x="1232" y="14243"/>
                </a:lnTo>
                <a:lnTo>
                  <a:pt x="1049" y="14614"/>
                </a:lnTo>
                <a:lnTo>
                  <a:pt x="878" y="14986"/>
                </a:lnTo>
                <a:lnTo>
                  <a:pt x="720" y="15372"/>
                </a:lnTo>
                <a:lnTo>
                  <a:pt x="585" y="15743"/>
                </a:lnTo>
                <a:lnTo>
                  <a:pt x="464" y="16114"/>
                </a:lnTo>
                <a:lnTo>
                  <a:pt x="342" y="16500"/>
                </a:lnTo>
                <a:lnTo>
                  <a:pt x="256" y="16871"/>
                </a:lnTo>
                <a:lnTo>
                  <a:pt x="171" y="17229"/>
                </a:lnTo>
                <a:lnTo>
                  <a:pt x="98" y="17600"/>
                </a:lnTo>
                <a:lnTo>
                  <a:pt x="49" y="17957"/>
                </a:lnTo>
                <a:lnTo>
                  <a:pt x="12" y="18314"/>
                </a:lnTo>
                <a:lnTo>
                  <a:pt x="0" y="18586"/>
                </a:lnTo>
                <a:lnTo>
                  <a:pt x="0" y="19100"/>
                </a:lnTo>
                <a:lnTo>
                  <a:pt x="25" y="19357"/>
                </a:lnTo>
                <a:lnTo>
                  <a:pt x="49" y="19586"/>
                </a:lnTo>
                <a:lnTo>
                  <a:pt x="86" y="19814"/>
                </a:lnTo>
                <a:lnTo>
                  <a:pt x="134" y="20028"/>
                </a:lnTo>
                <a:lnTo>
                  <a:pt x="195" y="20229"/>
                </a:lnTo>
                <a:lnTo>
                  <a:pt x="268" y="20414"/>
                </a:lnTo>
                <a:lnTo>
                  <a:pt x="342" y="20586"/>
                </a:lnTo>
                <a:lnTo>
                  <a:pt x="439" y="20757"/>
                </a:lnTo>
                <a:lnTo>
                  <a:pt x="537" y="20900"/>
                </a:lnTo>
                <a:lnTo>
                  <a:pt x="646" y="21043"/>
                </a:lnTo>
                <a:lnTo>
                  <a:pt x="756" y="21172"/>
                </a:lnTo>
                <a:lnTo>
                  <a:pt x="890" y="21271"/>
                </a:lnTo>
                <a:lnTo>
                  <a:pt x="1025" y="21372"/>
                </a:lnTo>
                <a:lnTo>
                  <a:pt x="1220" y="21471"/>
                </a:lnTo>
                <a:lnTo>
                  <a:pt x="1439" y="21543"/>
                </a:lnTo>
                <a:lnTo>
                  <a:pt x="1671" y="21586"/>
                </a:lnTo>
                <a:lnTo>
                  <a:pt x="1915" y="21600"/>
                </a:lnTo>
                <a:lnTo>
                  <a:pt x="2110" y="21600"/>
                </a:lnTo>
                <a:lnTo>
                  <a:pt x="2330" y="21571"/>
                </a:lnTo>
                <a:lnTo>
                  <a:pt x="2549" y="21514"/>
                </a:lnTo>
                <a:lnTo>
                  <a:pt x="2781" y="21457"/>
                </a:lnTo>
                <a:lnTo>
                  <a:pt x="3012" y="21357"/>
                </a:lnTo>
                <a:lnTo>
                  <a:pt x="3257" y="21257"/>
                </a:lnTo>
                <a:lnTo>
                  <a:pt x="3513" y="21129"/>
                </a:lnTo>
                <a:lnTo>
                  <a:pt x="3769" y="20986"/>
                </a:lnTo>
                <a:lnTo>
                  <a:pt x="4037" y="20829"/>
                </a:lnTo>
                <a:lnTo>
                  <a:pt x="4305" y="20643"/>
                </a:lnTo>
                <a:lnTo>
                  <a:pt x="4586" y="20443"/>
                </a:lnTo>
                <a:lnTo>
                  <a:pt x="4867" y="20229"/>
                </a:lnTo>
                <a:lnTo>
                  <a:pt x="5147" y="20000"/>
                </a:lnTo>
                <a:lnTo>
                  <a:pt x="5440" y="19743"/>
                </a:lnTo>
                <a:lnTo>
                  <a:pt x="5745" y="19471"/>
                </a:lnTo>
                <a:lnTo>
                  <a:pt x="6050" y="19186"/>
                </a:lnTo>
                <a:lnTo>
                  <a:pt x="6415" y="18814"/>
                </a:lnTo>
                <a:lnTo>
                  <a:pt x="6757" y="18443"/>
                </a:lnTo>
                <a:lnTo>
                  <a:pt x="7098" y="18057"/>
                </a:lnTo>
                <a:lnTo>
                  <a:pt x="7415" y="17671"/>
                </a:lnTo>
                <a:lnTo>
                  <a:pt x="7733" y="17271"/>
                </a:lnTo>
                <a:lnTo>
                  <a:pt x="8026" y="16857"/>
                </a:lnTo>
                <a:lnTo>
                  <a:pt x="8306" y="16443"/>
                </a:lnTo>
                <a:lnTo>
                  <a:pt x="8574" y="16014"/>
                </a:lnTo>
                <a:lnTo>
                  <a:pt x="8830" y="15586"/>
                </a:lnTo>
                <a:lnTo>
                  <a:pt x="9074" y="15143"/>
                </a:lnTo>
                <a:lnTo>
                  <a:pt x="9306" y="14686"/>
                </a:lnTo>
                <a:lnTo>
                  <a:pt x="9526" y="14229"/>
                </a:lnTo>
                <a:lnTo>
                  <a:pt x="9721" y="13757"/>
                </a:lnTo>
                <a:lnTo>
                  <a:pt x="9916" y="13286"/>
                </a:lnTo>
                <a:lnTo>
                  <a:pt x="10087" y="12800"/>
                </a:lnTo>
                <a:lnTo>
                  <a:pt x="10245" y="12314"/>
                </a:lnTo>
                <a:lnTo>
                  <a:pt x="10428" y="11714"/>
                </a:lnTo>
                <a:lnTo>
                  <a:pt x="10574" y="11100"/>
                </a:lnTo>
                <a:lnTo>
                  <a:pt x="10721" y="10472"/>
                </a:lnTo>
                <a:lnTo>
                  <a:pt x="10830" y="9843"/>
                </a:lnTo>
                <a:lnTo>
                  <a:pt x="10928" y="9200"/>
                </a:lnTo>
                <a:lnTo>
                  <a:pt x="11001" y="8543"/>
                </a:lnTo>
                <a:lnTo>
                  <a:pt x="11050" y="7886"/>
                </a:lnTo>
                <a:lnTo>
                  <a:pt x="11087" y="7214"/>
                </a:lnTo>
                <a:lnTo>
                  <a:pt x="11611" y="7171"/>
                </a:lnTo>
                <a:lnTo>
                  <a:pt x="12111" y="7171"/>
                </a:lnTo>
                <a:lnTo>
                  <a:pt x="12624" y="7200"/>
                </a:lnTo>
                <a:lnTo>
                  <a:pt x="13123" y="7257"/>
                </a:lnTo>
                <a:lnTo>
                  <a:pt x="13611" y="7343"/>
                </a:lnTo>
                <a:lnTo>
                  <a:pt x="14099" y="7457"/>
                </a:lnTo>
                <a:lnTo>
                  <a:pt x="14575" y="7614"/>
                </a:lnTo>
                <a:lnTo>
                  <a:pt x="15038" y="7800"/>
                </a:lnTo>
                <a:lnTo>
                  <a:pt x="15343" y="7929"/>
                </a:lnTo>
                <a:lnTo>
                  <a:pt x="15636" y="8071"/>
                </a:lnTo>
                <a:lnTo>
                  <a:pt x="15917" y="8228"/>
                </a:lnTo>
                <a:lnTo>
                  <a:pt x="16209" y="8400"/>
                </a:lnTo>
                <a:lnTo>
                  <a:pt x="16490" y="8586"/>
                </a:lnTo>
                <a:lnTo>
                  <a:pt x="16770" y="8786"/>
                </a:lnTo>
                <a:lnTo>
                  <a:pt x="17051" y="9000"/>
                </a:lnTo>
                <a:lnTo>
                  <a:pt x="17331" y="9229"/>
                </a:lnTo>
                <a:lnTo>
                  <a:pt x="17600" y="9457"/>
                </a:lnTo>
                <a:lnTo>
                  <a:pt x="17868" y="9700"/>
                </a:lnTo>
                <a:lnTo>
                  <a:pt x="18136" y="9957"/>
                </a:lnTo>
                <a:lnTo>
                  <a:pt x="18392" y="10243"/>
                </a:lnTo>
                <a:lnTo>
                  <a:pt x="18648" y="10514"/>
                </a:lnTo>
                <a:lnTo>
                  <a:pt x="18905" y="10814"/>
                </a:lnTo>
                <a:lnTo>
                  <a:pt x="19148" y="11128"/>
                </a:lnTo>
                <a:lnTo>
                  <a:pt x="19393" y="11443"/>
                </a:lnTo>
                <a:lnTo>
                  <a:pt x="19746" y="11929"/>
                </a:lnTo>
                <a:lnTo>
                  <a:pt x="20075" y="12429"/>
                </a:lnTo>
                <a:lnTo>
                  <a:pt x="20380" y="12914"/>
                </a:lnTo>
                <a:lnTo>
                  <a:pt x="20661" y="13414"/>
                </a:lnTo>
                <a:lnTo>
                  <a:pt x="20929" y="13900"/>
                </a:lnTo>
                <a:lnTo>
                  <a:pt x="21173" y="14371"/>
                </a:lnTo>
                <a:lnTo>
                  <a:pt x="21393" y="14829"/>
                </a:lnTo>
                <a:lnTo>
                  <a:pt x="21600" y="15286"/>
                </a:lnTo>
                <a:lnTo>
                  <a:pt x="21600" y="14800"/>
                </a:lnTo>
                <a:lnTo>
                  <a:pt x="21405" y="14386"/>
                </a:lnTo>
                <a:lnTo>
                  <a:pt x="21185" y="13957"/>
                </a:lnTo>
                <a:lnTo>
                  <a:pt x="20954" y="13514"/>
                </a:lnTo>
                <a:lnTo>
                  <a:pt x="20710" y="13071"/>
                </a:lnTo>
                <a:lnTo>
                  <a:pt x="20441" y="12629"/>
                </a:lnTo>
                <a:lnTo>
                  <a:pt x="20161" y="12186"/>
                </a:lnTo>
                <a:lnTo>
                  <a:pt x="19868" y="11743"/>
                </a:lnTo>
                <a:lnTo>
                  <a:pt x="19551" y="11300"/>
                </a:lnTo>
                <a:lnTo>
                  <a:pt x="19295" y="10971"/>
                </a:lnTo>
                <a:lnTo>
                  <a:pt x="19039" y="10657"/>
                </a:lnTo>
                <a:lnTo>
                  <a:pt x="18783" y="10357"/>
                </a:lnTo>
                <a:lnTo>
                  <a:pt x="18527" y="10071"/>
                </a:lnTo>
                <a:lnTo>
                  <a:pt x="18258" y="9786"/>
                </a:lnTo>
                <a:lnTo>
                  <a:pt x="17990" y="9529"/>
                </a:lnTo>
                <a:lnTo>
                  <a:pt x="17721" y="9271"/>
                </a:lnTo>
                <a:lnTo>
                  <a:pt x="17441" y="9043"/>
                </a:lnTo>
                <a:lnTo>
                  <a:pt x="17161" y="8814"/>
                </a:lnTo>
                <a:lnTo>
                  <a:pt x="16880" y="8600"/>
                </a:lnTo>
                <a:lnTo>
                  <a:pt x="16587" y="8400"/>
                </a:lnTo>
                <a:lnTo>
                  <a:pt x="16307" y="8200"/>
                </a:lnTo>
                <a:lnTo>
                  <a:pt x="16014" y="8028"/>
                </a:lnTo>
                <a:lnTo>
                  <a:pt x="15709" y="7871"/>
                </a:lnTo>
                <a:lnTo>
                  <a:pt x="15416" y="7714"/>
                </a:lnTo>
                <a:lnTo>
                  <a:pt x="15112" y="7586"/>
                </a:lnTo>
                <a:lnTo>
                  <a:pt x="14636" y="7400"/>
                </a:lnTo>
                <a:lnTo>
                  <a:pt x="14148" y="7243"/>
                </a:lnTo>
                <a:lnTo>
                  <a:pt x="13660" y="7114"/>
                </a:lnTo>
                <a:lnTo>
                  <a:pt x="13160" y="7029"/>
                </a:lnTo>
                <a:lnTo>
                  <a:pt x="12648" y="6971"/>
                </a:lnTo>
                <a:lnTo>
                  <a:pt x="12135" y="6943"/>
                </a:lnTo>
                <a:lnTo>
                  <a:pt x="11623" y="6943"/>
                </a:lnTo>
                <a:lnTo>
                  <a:pt x="11099" y="6986"/>
                </a:lnTo>
                <a:lnTo>
                  <a:pt x="11099" y="6200"/>
                </a:lnTo>
                <a:lnTo>
                  <a:pt x="11087" y="5414"/>
                </a:lnTo>
                <a:lnTo>
                  <a:pt x="11038" y="4614"/>
                </a:lnTo>
                <a:lnTo>
                  <a:pt x="10965" y="3843"/>
                </a:lnTo>
                <a:lnTo>
                  <a:pt x="10879" y="3100"/>
                </a:lnTo>
                <a:lnTo>
                  <a:pt x="10770" y="2400"/>
                </a:lnTo>
                <a:lnTo>
                  <a:pt x="10648" y="1729"/>
                </a:lnTo>
                <a:lnTo>
                  <a:pt x="10526" y="1100"/>
                </a:lnTo>
                <a:lnTo>
                  <a:pt x="10404" y="529"/>
                </a:lnTo>
                <a:lnTo>
                  <a:pt x="10270" y="0"/>
                </a:lnTo>
                <a:close/>
              </a:path>
            </a:pathLst>
          </a:custGeom>
          <a:solidFill>
            <a:srgbClr val="30E8B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1_1_1_1_1_1_1_1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273;p30" descr="Google Shape;273;p30"/>
          <p:cNvPicPr>
            <a:picLocks noChangeAspect="1"/>
          </p:cNvPicPr>
          <p:nvPr/>
        </p:nvPicPr>
        <p:blipFill>
          <a:blip r:embed="rId2"/>
          <a:srcRect l="535" t="71891" r="33362"/>
          <a:stretch>
            <a:fillRect/>
          </a:stretch>
        </p:blipFill>
        <p:spPr>
          <a:xfrm>
            <a:off x="11248399" y="0"/>
            <a:ext cx="7039603" cy="2993398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476799" y="2624550"/>
            <a:ext cx="2408402" cy="1029601"/>
          </a:xfrm>
          <a:prstGeom prst="rect">
            <a:avLst/>
          </a:prstGeom>
        </p:spPr>
        <p:txBody>
          <a:bodyPr lIns="182849" tIns="182849" rIns="182849" bIns="182849"/>
          <a:lstStyle>
            <a:lvl1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○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■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○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5" name="Google Shape;275;p30"/>
          <p:cNvSpPr txBox="1">
            <a:spLocks noGrp="1"/>
          </p:cNvSpPr>
          <p:nvPr>
            <p:ph type="body" sz="quarter" idx="21"/>
          </p:nvPr>
        </p:nvSpPr>
        <p:spPr>
          <a:xfrm>
            <a:off x="4918135" y="2624550"/>
            <a:ext cx="2408401" cy="1029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26" name="Google Shape;276;p30"/>
          <p:cNvSpPr txBox="1">
            <a:spLocks noGrp="1"/>
          </p:cNvSpPr>
          <p:nvPr>
            <p:ph type="body" sz="quarter" idx="22"/>
          </p:nvPr>
        </p:nvSpPr>
        <p:spPr>
          <a:xfrm>
            <a:off x="7666194" y="2624550"/>
            <a:ext cx="2408401" cy="1029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27" name="Google Shape;277;p30"/>
          <p:cNvSpPr txBox="1">
            <a:spLocks noGrp="1"/>
          </p:cNvSpPr>
          <p:nvPr>
            <p:ph type="body" sz="quarter" idx="23"/>
          </p:nvPr>
        </p:nvSpPr>
        <p:spPr>
          <a:xfrm>
            <a:off x="10107528" y="2624550"/>
            <a:ext cx="2408401" cy="1029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28" name="Google Shape;278;p30"/>
          <p:cNvSpPr txBox="1">
            <a:spLocks noGrp="1"/>
          </p:cNvSpPr>
          <p:nvPr>
            <p:ph type="body" sz="quarter" idx="24"/>
          </p:nvPr>
        </p:nvSpPr>
        <p:spPr>
          <a:xfrm>
            <a:off x="12855588" y="2624550"/>
            <a:ext cx="2408401" cy="1029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29" name="Google Shape;279;p30"/>
          <p:cNvSpPr txBox="1">
            <a:spLocks noGrp="1"/>
          </p:cNvSpPr>
          <p:nvPr>
            <p:ph type="body" sz="quarter" idx="25"/>
          </p:nvPr>
        </p:nvSpPr>
        <p:spPr>
          <a:xfrm>
            <a:off x="15296923" y="2624550"/>
            <a:ext cx="2408401" cy="1029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30" name="Google Shape;280;p30"/>
          <p:cNvSpPr txBox="1">
            <a:spLocks noGrp="1"/>
          </p:cNvSpPr>
          <p:nvPr>
            <p:ph type="body" sz="quarter" idx="26"/>
          </p:nvPr>
        </p:nvSpPr>
        <p:spPr>
          <a:xfrm>
            <a:off x="12798549" y="7005700"/>
            <a:ext cx="4927801" cy="1317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31" name="Google Shape;281;p30"/>
          <p:cNvSpPr txBox="1">
            <a:spLocks noGrp="1"/>
          </p:cNvSpPr>
          <p:nvPr>
            <p:ph type="body" sz="quarter" idx="27"/>
          </p:nvPr>
        </p:nvSpPr>
        <p:spPr>
          <a:xfrm>
            <a:off x="12798549" y="5632000"/>
            <a:ext cx="4927801" cy="1317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32" name="Google Shape;282;p30"/>
          <p:cNvSpPr txBox="1">
            <a:spLocks noGrp="1"/>
          </p:cNvSpPr>
          <p:nvPr>
            <p:ph type="body" sz="quarter" idx="28"/>
          </p:nvPr>
        </p:nvSpPr>
        <p:spPr>
          <a:xfrm>
            <a:off x="7666194" y="8379400"/>
            <a:ext cx="4927801" cy="1317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33" name="Google Shape;283;p30"/>
          <p:cNvSpPr txBox="1">
            <a:spLocks noGrp="1"/>
          </p:cNvSpPr>
          <p:nvPr>
            <p:ph type="body" sz="quarter" idx="29"/>
          </p:nvPr>
        </p:nvSpPr>
        <p:spPr>
          <a:xfrm>
            <a:off x="7666194" y="7005700"/>
            <a:ext cx="4927801" cy="1317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34" name="Google Shape;284;p30"/>
          <p:cNvSpPr txBox="1">
            <a:spLocks noGrp="1"/>
          </p:cNvSpPr>
          <p:nvPr>
            <p:ph type="body" sz="quarter" idx="30"/>
          </p:nvPr>
        </p:nvSpPr>
        <p:spPr>
          <a:xfrm>
            <a:off x="7666194" y="5632000"/>
            <a:ext cx="4927801" cy="1317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35" name="Google Shape;285;p30"/>
          <p:cNvSpPr txBox="1">
            <a:spLocks noGrp="1"/>
          </p:cNvSpPr>
          <p:nvPr>
            <p:ph type="body" sz="quarter" idx="31"/>
          </p:nvPr>
        </p:nvSpPr>
        <p:spPr>
          <a:xfrm>
            <a:off x="2476799" y="8379400"/>
            <a:ext cx="4927801" cy="1317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36" name="Google Shape;286;p30"/>
          <p:cNvSpPr txBox="1">
            <a:spLocks noGrp="1"/>
          </p:cNvSpPr>
          <p:nvPr>
            <p:ph type="body" sz="quarter" idx="32"/>
          </p:nvPr>
        </p:nvSpPr>
        <p:spPr>
          <a:xfrm>
            <a:off x="2476799" y="7005700"/>
            <a:ext cx="4927801" cy="1317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37" name="Google Shape;287;p30"/>
          <p:cNvSpPr txBox="1">
            <a:spLocks noGrp="1"/>
          </p:cNvSpPr>
          <p:nvPr>
            <p:ph type="body" sz="quarter" idx="33"/>
          </p:nvPr>
        </p:nvSpPr>
        <p:spPr>
          <a:xfrm>
            <a:off x="2476799" y="5632000"/>
            <a:ext cx="4927801" cy="1317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38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11414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339" name="Google Shape;297;p30"/>
          <p:cNvSpPr txBox="1">
            <a:spLocks noGrp="1"/>
          </p:cNvSpPr>
          <p:nvPr>
            <p:ph type="body" sz="quarter" idx="34"/>
          </p:nvPr>
        </p:nvSpPr>
        <p:spPr>
          <a:xfrm>
            <a:off x="12798549" y="8379400"/>
            <a:ext cx="4927801" cy="1317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1115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300"/>
              <a:buFont typeface="Helvetica"/>
              <a:buChar char="●"/>
              <a:defRPr sz="13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2_1_2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02;p31" descr="Google Shape;302;p31"/>
          <p:cNvPicPr>
            <a:picLocks noChangeAspect="1"/>
          </p:cNvPicPr>
          <p:nvPr/>
        </p:nvPicPr>
        <p:blipFill>
          <a:blip r:embed="rId2"/>
          <a:srcRect l="535" t="71891" r="33362"/>
          <a:stretch>
            <a:fillRect/>
          </a:stretch>
        </p:blipFill>
        <p:spPr>
          <a:xfrm>
            <a:off x="11248399" y="0"/>
            <a:ext cx="7039603" cy="2993398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161649" y="5090493"/>
            <a:ext cx="5669401" cy="1407601"/>
          </a:xfrm>
          <a:prstGeom prst="rect">
            <a:avLst/>
          </a:prstGeom>
        </p:spPr>
        <p:txBody>
          <a:bodyPr lIns="182849" tIns="182849" rIns="182849" bIns="182849"/>
          <a:lstStyle>
            <a:lvl1pPr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●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○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■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●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○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9" name="Title Text"/>
          <p:cNvSpPr txBox="1">
            <a:spLocks noGrp="1"/>
          </p:cNvSpPr>
          <p:nvPr>
            <p:ph type="title"/>
          </p:nvPr>
        </p:nvSpPr>
        <p:spPr>
          <a:xfrm>
            <a:off x="12161649" y="4456408"/>
            <a:ext cx="5669401" cy="585001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1800" b="1">
                <a:solidFill>
                  <a:srgbClr val="6AD1FA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r>
              <a:t>Title Text</a:t>
            </a:r>
          </a:p>
        </p:txBody>
      </p:sp>
      <p:sp>
        <p:nvSpPr>
          <p:cNvPr id="350" name="Google Shape;305;p31"/>
          <p:cNvSpPr txBox="1">
            <a:spLocks noGrp="1"/>
          </p:cNvSpPr>
          <p:nvPr>
            <p:ph type="body" sz="quarter" idx="21"/>
          </p:nvPr>
        </p:nvSpPr>
        <p:spPr>
          <a:xfrm>
            <a:off x="12161649" y="7123000"/>
            <a:ext cx="5669401" cy="14076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●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51" name="Google Shape;307;p31"/>
          <p:cNvSpPr txBox="1">
            <a:spLocks noGrp="1"/>
          </p:cNvSpPr>
          <p:nvPr>
            <p:ph type="body" sz="quarter" idx="22"/>
          </p:nvPr>
        </p:nvSpPr>
        <p:spPr>
          <a:xfrm>
            <a:off x="6309300" y="6052846"/>
            <a:ext cx="5669401" cy="2692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●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52" name="Google Shape;308;p31"/>
          <p:cNvSpPr>
            <a:spLocks noGrp="1"/>
          </p:cNvSpPr>
          <p:nvPr>
            <p:ph type="pic" sz="quarter" idx="23"/>
          </p:nvPr>
        </p:nvSpPr>
        <p:spPr>
          <a:xfrm>
            <a:off x="618699" y="1905600"/>
            <a:ext cx="5508002" cy="3268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2_1_2_1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16;p32" descr="Google Shape;316;p32"/>
          <p:cNvPicPr>
            <a:picLocks noChangeAspect="1"/>
          </p:cNvPicPr>
          <p:nvPr/>
        </p:nvPicPr>
        <p:blipFill>
          <a:blip r:embed="rId2"/>
          <a:srcRect l="535" t="71891" r="33362"/>
          <a:stretch>
            <a:fillRect/>
          </a:stretch>
        </p:blipFill>
        <p:spPr>
          <a:xfrm>
            <a:off x="11248399" y="0"/>
            <a:ext cx="7039603" cy="2993398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09300" y="2334248"/>
            <a:ext cx="5669401" cy="1456802"/>
          </a:xfrm>
          <a:prstGeom prst="rect">
            <a:avLst/>
          </a:prstGeom>
        </p:spPr>
        <p:txBody>
          <a:bodyPr lIns="182849" tIns="182849" rIns="182849" bIns="182849"/>
          <a:lstStyle>
            <a:lvl1pPr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●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○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■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●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○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2" name="Google Shape;318;p32"/>
          <p:cNvSpPr txBox="1">
            <a:spLocks noGrp="1"/>
          </p:cNvSpPr>
          <p:nvPr>
            <p:ph type="body" sz="quarter" idx="21"/>
          </p:nvPr>
        </p:nvSpPr>
        <p:spPr>
          <a:xfrm>
            <a:off x="457199" y="2334248"/>
            <a:ext cx="5669402" cy="1456802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556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000"/>
              <a:buFont typeface="Helvetica"/>
              <a:buChar char="●"/>
              <a:defRPr sz="2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xfrm>
            <a:off x="3687000" y="5968458"/>
            <a:ext cx="2439601" cy="253801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r>
              <a:t>Title Text</a:t>
            </a:r>
          </a:p>
        </p:txBody>
      </p:sp>
      <p:sp>
        <p:nvSpPr>
          <p:cNvPr id="3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1_1_1_1_1_1_1_1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3744700"/>
            <a:ext cx="4078200" cy="694801"/>
          </a:xfrm>
          <a:prstGeom prst="rect">
            <a:avLst/>
          </a:prstGeom>
        </p:spPr>
        <p:txBody>
          <a:bodyPr lIns="0" tIns="0" rIns="0" bIns="0" anchor="ctr"/>
          <a:lstStyle>
            <a:lvl1pPr marL="381000" indent="-3048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381000" indent="1524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L="381000" indent="6096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L="381000" indent="10668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L="381000" indent="15240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72" name="Google Shape;349;p33" descr="Google Shape;349;p33"/>
          <p:cNvPicPr>
            <a:picLocks noChangeAspect="1"/>
          </p:cNvPicPr>
          <p:nvPr/>
        </p:nvPicPr>
        <p:blipFill>
          <a:blip r:embed="rId2"/>
          <a:srcRect l="535" t="71891" r="33362"/>
          <a:stretch>
            <a:fillRect/>
          </a:stretch>
        </p:blipFill>
        <p:spPr>
          <a:xfrm>
            <a:off x="11248399" y="0"/>
            <a:ext cx="7039603" cy="2993398"/>
          </a:xfrm>
          <a:prstGeom prst="rect">
            <a:avLst/>
          </a:prstGeom>
          <a:ln w="12700">
            <a:miter lim="400000"/>
          </a:ln>
        </p:spPr>
      </p:pic>
      <p:sp>
        <p:nvSpPr>
          <p:cNvPr id="373" name="Google Shape;350;p33"/>
          <p:cNvSpPr txBox="1">
            <a:spLocks noGrp="1"/>
          </p:cNvSpPr>
          <p:nvPr>
            <p:ph type="body" sz="quarter" idx="21"/>
          </p:nvPr>
        </p:nvSpPr>
        <p:spPr>
          <a:xfrm>
            <a:off x="457200" y="4533515"/>
            <a:ext cx="4078200" cy="1444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74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11414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4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375" name="Google Shape;352;p33"/>
          <p:cNvSpPr txBox="1">
            <a:spLocks noGrp="1"/>
          </p:cNvSpPr>
          <p:nvPr>
            <p:ph type="body" sz="quarter" idx="22"/>
          </p:nvPr>
        </p:nvSpPr>
        <p:spPr>
          <a:xfrm>
            <a:off x="4847399" y="4533515"/>
            <a:ext cx="4078201" cy="1444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76" name="Google Shape;353;p33"/>
          <p:cNvSpPr txBox="1">
            <a:spLocks noGrp="1"/>
          </p:cNvSpPr>
          <p:nvPr>
            <p:ph type="body" sz="quarter" idx="23"/>
          </p:nvPr>
        </p:nvSpPr>
        <p:spPr>
          <a:xfrm>
            <a:off x="9237599" y="4533515"/>
            <a:ext cx="4078201" cy="1444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42900"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77" name="Google Shape;354;p33"/>
          <p:cNvSpPr txBox="1">
            <a:spLocks noGrp="1"/>
          </p:cNvSpPr>
          <p:nvPr>
            <p:ph type="body" sz="quarter" idx="24"/>
          </p:nvPr>
        </p:nvSpPr>
        <p:spPr>
          <a:xfrm>
            <a:off x="13627800" y="4533515"/>
            <a:ext cx="4078201" cy="1444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1_1_1_1_1_1_1_1_1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58;p34" descr="Google Shape;358;p34"/>
          <p:cNvPicPr>
            <a:picLocks noChangeAspect="1"/>
          </p:cNvPicPr>
          <p:nvPr/>
        </p:nvPicPr>
        <p:blipFill>
          <a:blip r:embed="rId2"/>
          <a:srcRect l="535" t="71891" r="33362"/>
          <a:stretch>
            <a:fillRect/>
          </a:stretch>
        </p:blipFill>
        <p:spPr>
          <a:xfrm>
            <a:off x="11248399" y="0"/>
            <a:ext cx="7039603" cy="2993398"/>
          </a:xfrm>
          <a:prstGeom prst="rect">
            <a:avLst/>
          </a:prstGeom>
          <a:ln w="12700">
            <a:miter lim="400000"/>
          </a:ln>
        </p:spPr>
      </p:pic>
      <p:sp>
        <p:nvSpPr>
          <p:cNvPr id="386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11414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9600549"/>
            <a:ext cx="2231401" cy="622801"/>
          </a:xfrm>
          <a:prstGeom prst="rect">
            <a:avLst/>
          </a:prstGeom>
        </p:spPr>
        <p:txBody>
          <a:bodyPr lIns="182849" tIns="182849" rIns="182849" bIns="182849"/>
          <a:lstStyle>
            <a:lvl1pPr marL="381000" indent="-304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381000" indent="1524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381000" indent="6096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381000" indent="1066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81000" indent="15240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1_1_1_1_1_1_1_1_1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5332550"/>
            <a:ext cx="2625001" cy="694801"/>
          </a:xfrm>
          <a:prstGeom prst="rect">
            <a:avLst/>
          </a:prstGeom>
        </p:spPr>
        <p:txBody>
          <a:bodyPr lIns="0" tIns="0" rIns="0" bIns="0" anchor="ctr"/>
          <a:lstStyle>
            <a:lvl1pPr marL="381000" indent="-304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381000" indent="1524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L="381000" indent="6096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L="381000" indent="1066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L="381000" indent="15240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solidFill>
                  <a:srgbClr val="1F1F1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96" name="Google Shape;379;p35" descr="Google Shape;379;p35"/>
          <p:cNvPicPr>
            <a:picLocks noChangeAspect="1"/>
          </p:cNvPicPr>
          <p:nvPr/>
        </p:nvPicPr>
        <p:blipFill>
          <a:blip r:embed="rId2"/>
          <a:srcRect t="70460" r="33897"/>
          <a:stretch>
            <a:fillRect/>
          </a:stretch>
        </p:blipFill>
        <p:spPr>
          <a:xfrm>
            <a:off x="11248400" y="0"/>
            <a:ext cx="7039602" cy="3145801"/>
          </a:xfrm>
          <a:prstGeom prst="rect">
            <a:avLst/>
          </a:prstGeom>
          <a:ln w="12700">
            <a:miter lim="400000"/>
          </a:ln>
        </p:spPr>
      </p:pic>
      <p:sp>
        <p:nvSpPr>
          <p:cNvPr id="397" name="Google Shape;380;p35"/>
          <p:cNvSpPr txBox="1">
            <a:spLocks noGrp="1"/>
          </p:cNvSpPr>
          <p:nvPr>
            <p:ph type="body" sz="quarter" idx="21"/>
          </p:nvPr>
        </p:nvSpPr>
        <p:spPr>
          <a:xfrm>
            <a:off x="3942750" y="6060499"/>
            <a:ext cx="3430800" cy="2290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98" name="Google Shape;381;p35"/>
          <p:cNvSpPr txBox="1">
            <a:spLocks noGrp="1"/>
          </p:cNvSpPr>
          <p:nvPr>
            <p:ph type="body" sz="quarter" idx="22"/>
          </p:nvPr>
        </p:nvSpPr>
        <p:spPr>
          <a:xfrm>
            <a:off x="7428300" y="6060499"/>
            <a:ext cx="3430800" cy="2290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399" name="Google Shape;382;p35"/>
          <p:cNvSpPr txBox="1">
            <a:spLocks noGrp="1"/>
          </p:cNvSpPr>
          <p:nvPr>
            <p:ph type="body" sz="quarter" idx="23"/>
          </p:nvPr>
        </p:nvSpPr>
        <p:spPr>
          <a:xfrm>
            <a:off x="10913850" y="6060499"/>
            <a:ext cx="3430800" cy="2290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400" name="Google Shape;383;p35"/>
          <p:cNvSpPr txBox="1">
            <a:spLocks noGrp="1"/>
          </p:cNvSpPr>
          <p:nvPr>
            <p:ph type="body" sz="quarter" idx="24"/>
          </p:nvPr>
        </p:nvSpPr>
        <p:spPr>
          <a:xfrm>
            <a:off x="456900" y="6060499"/>
            <a:ext cx="3430800" cy="2290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401" name="Title Text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11414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402" name="Google Shape;385;p35"/>
          <p:cNvSpPr txBox="1">
            <a:spLocks noGrp="1"/>
          </p:cNvSpPr>
          <p:nvPr>
            <p:ph type="body" sz="quarter" idx="25"/>
          </p:nvPr>
        </p:nvSpPr>
        <p:spPr>
          <a:xfrm>
            <a:off x="14399400" y="6060499"/>
            <a:ext cx="3430801" cy="2290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429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1800"/>
              <a:buFont typeface="Helvetica"/>
              <a:buChar char="●"/>
              <a:defRPr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4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1_1_1_1_1_1_1_1_1_1_1_1_1_1_1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389;p36"/>
          <p:cNvSpPr/>
          <p:nvPr/>
        </p:nvSpPr>
        <p:spPr>
          <a:xfrm rot="5400000">
            <a:off x="-18985" y="2323219"/>
            <a:ext cx="7978200" cy="7978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553"/>
                </a:lnTo>
                <a:close/>
              </a:path>
            </a:pathLst>
          </a:custGeom>
          <a:gradFill>
            <a:gsLst>
              <a:gs pos="0">
                <a:srgbClr val="6AD1FA"/>
              </a:gs>
              <a:gs pos="64000">
                <a:srgbClr val="1F1F1F"/>
              </a:gs>
              <a:gs pos="100000">
                <a:srgbClr val="1F1F1F"/>
              </a:gs>
            </a:gsLst>
            <a:path path="circle">
              <a:fillToRect l="-19636" t="62278" r="119636" b="37721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800"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pic>
        <p:nvPicPr>
          <p:cNvPr id="411" name="Google Shape;390;p36" descr="Google Shape;390;p36"/>
          <p:cNvPicPr>
            <a:picLocks noChangeAspect="1"/>
          </p:cNvPicPr>
          <p:nvPr/>
        </p:nvPicPr>
        <p:blipFill>
          <a:blip r:embed="rId2"/>
          <a:srcRect l="7339" b="46244"/>
          <a:stretch>
            <a:fillRect/>
          </a:stretch>
        </p:blipFill>
        <p:spPr>
          <a:xfrm>
            <a:off x="437182" y="6906249"/>
            <a:ext cx="5852402" cy="3395054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13" name="Title Text"/>
          <p:cNvSpPr txBox="1">
            <a:spLocks noGrp="1"/>
          </p:cNvSpPr>
          <p:nvPr>
            <p:ph type="title"/>
          </p:nvPr>
        </p:nvSpPr>
        <p:spPr>
          <a:xfrm>
            <a:off x="457200" y="457178"/>
            <a:ext cx="5852401" cy="11754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lnSpc>
                <a:spcPct val="90000"/>
              </a:lnSpc>
              <a:defRPr sz="10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414" name="Google Shape;393;p36"/>
          <p:cNvSpPr/>
          <p:nvPr/>
        </p:nvSpPr>
        <p:spPr>
          <a:xfrm>
            <a:off x="-8" y="3985466"/>
            <a:ext cx="7472339" cy="63158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59"/>
                </a:lnTo>
                <a:lnTo>
                  <a:pt x="171" y="616"/>
                </a:lnTo>
                <a:lnTo>
                  <a:pt x="336" y="989"/>
                </a:lnTo>
                <a:lnTo>
                  <a:pt x="493" y="1370"/>
                </a:lnTo>
                <a:lnTo>
                  <a:pt x="644" y="1759"/>
                </a:lnTo>
                <a:lnTo>
                  <a:pt x="788" y="2164"/>
                </a:lnTo>
                <a:lnTo>
                  <a:pt x="925" y="2569"/>
                </a:lnTo>
                <a:lnTo>
                  <a:pt x="1048" y="2983"/>
                </a:lnTo>
                <a:lnTo>
                  <a:pt x="1171" y="3396"/>
                </a:lnTo>
                <a:lnTo>
                  <a:pt x="1281" y="3826"/>
                </a:lnTo>
                <a:lnTo>
                  <a:pt x="1391" y="4263"/>
                </a:lnTo>
                <a:lnTo>
                  <a:pt x="1487" y="4701"/>
                </a:lnTo>
                <a:lnTo>
                  <a:pt x="1576" y="5147"/>
                </a:lnTo>
                <a:lnTo>
                  <a:pt x="1658" y="5601"/>
                </a:lnTo>
                <a:lnTo>
                  <a:pt x="1726" y="6054"/>
                </a:lnTo>
                <a:lnTo>
                  <a:pt x="1795" y="6516"/>
                </a:lnTo>
                <a:lnTo>
                  <a:pt x="1850" y="6987"/>
                </a:lnTo>
                <a:lnTo>
                  <a:pt x="1617" y="7027"/>
                </a:lnTo>
                <a:lnTo>
                  <a:pt x="1384" y="7068"/>
                </a:lnTo>
                <a:lnTo>
                  <a:pt x="1151" y="7116"/>
                </a:lnTo>
                <a:lnTo>
                  <a:pt x="918" y="7173"/>
                </a:lnTo>
                <a:lnTo>
                  <a:pt x="692" y="7238"/>
                </a:lnTo>
                <a:lnTo>
                  <a:pt x="459" y="7303"/>
                </a:lnTo>
                <a:lnTo>
                  <a:pt x="226" y="7376"/>
                </a:lnTo>
                <a:lnTo>
                  <a:pt x="0" y="7449"/>
                </a:lnTo>
                <a:lnTo>
                  <a:pt x="0" y="7586"/>
                </a:lnTo>
                <a:lnTo>
                  <a:pt x="288" y="7481"/>
                </a:lnTo>
                <a:lnTo>
                  <a:pt x="678" y="7368"/>
                </a:lnTo>
                <a:lnTo>
                  <a:pt x="1076" y="7270"/>
                </a:lnTo>
                <a:lnTo>
                  <a:pt x="1466" y="7181"/>
                </a:lnTo>
                <a:lnTo>
                  <a:pt x="1863" y="7116"/>
                </a:lnTo>
                <a:lnTo>
                  <a:pt x="1904" y="7505"/>
                </a:lnTo>
                <a:lnTo>
                  <a:pt x="1932" y="7854"/>
                </a:lnTo>
                <a:lnTo>
                  <a:pt x="1959" y="8194"/>
                </a:lnTo>
                <a:lnTo>
                  <a:pt x="1980" y="8543"/>
                </a:lnTo>
                <a:lnTo>
                  <a:pt x="1993" y="8891"/>
                </a:lnTo>
                <a:lnTo>
                  <a:pt x="2000" y="9240"/>
                </a:lnTo>
                <a:lnTo>
                  <a:pt x="2007" y="9580"/>
                </a:lnTo>
                <a:lnTo>
                  <a:pt x="2007" y="10277"/>
                </a:lnTo>
                <a:lnTo>
                  <a:pt x="2000" y="10618"/>
                </a:lnTo>
                <a:lnTo>
                  <a:pt x="1987" y="10966"/>
                </a:lnTo>
                <a:lnTo>
                  <a:pt x="1973" y="11307"/>
                </a:lnTo>
                <a:lnTo>
                  <a:pt x="1952" y="11655"/>
                </a:lnTo>
                <a:lnTo>
                  <a:pt x="1925" y="11995"/>
                </a:lnTo>
                <a:lnTo>
                  <a:pt x="1898" y="12336"/>
                </a:lnTo>
                <a:lnTo>
                  <a:pt x="1863" y="12676"/>
                </a:lnTo>
                <a:lnTo>
                  <a:pt x="1822" y="13017"/>
                </a:lnTo>
                <a:lnTo>
                  <a:pt x="1781" y="13349"/>
                </a:lnTo>
                <a:lnTo>
                  <a:pt x="1733" y="13689"/>
                </a:lnTo>
                <a:lnTo>
                  <a:pt x="1678" y="14022"/>
                </a:lnTo>
                <a:lnTo>
                  <a:pt x="1624" y="14354"/>
                </a:lnTo>
                <a:lnTo>
                  <a:pt x="1562" y="14686"/>
                </a:lnTo>
                <a:lnTo>
                  <a:pt x="1500" y="15011"/>
                </a:lnTo>
                <a:lnTo>
                  <a:pt x="1432" y="15335"/>
                </a:lnTo>
                <a:lnTo>
                  <a:pt x="1356" y="15659"/>
                </a:lnTo>
                <a:lnTo>
                  <a:pt x="1274" y="15983"/>
                </a:lnTo>
                <a:lnTo>
                  <a:pt x="1199" y="16299"/>
                </a:lnTo>
                <a:lnTo>
                  <a:pt x="1110" y="16615"/>
                </a:lnTo>
                <a:lnTo>
                  <a:pt x="1021" y="16931"/>
                </a:lnTo>
                <a:lnTo>
                  <a:pt x="925" y="17239"/>
                </a:lnTo>
                <a:lnTo>
                  <a:pt x="829" y="17547"/>
                </a:lnTo>
                <a:lnTo>
                  <a:pt x="719" y="17847"/>
                </a:lnTo>
                <a:lnTo>
                  <a:pt x="617" y="18147"/>
                </a:lnTo>
                <a:lnTo>
                  <a:pt x="473" y="18488"/>
                </a:lnTo>
                <a:lnTo>
                  <a:pt x="322" y="18828"/>
                </a:lnTo>
                <a:lnTo>
                  <a:pt x="164" y="19168"/>
                </a:lnTo>
                <a:lnTo>
                  <a:pt x="0" y="19501"/>
                </a:lnTo>
                <a:lnTo>
                  <a:pt x="0" y="19752"/>
                </a:lnTo>
                <a:lnTo>
                  <a:pt x="199" y="19363"/>
                </a:lnTo>
                <a:lnTo>
                  <a:pt x="384" y="18982"/>
                </a:lnTo>
                <a:lnTo>
                  <a:pt x="555" y="18593"/>
                </a:lnTo>
                <a:lnTo>
                  <a:pt x="713" y="18204"/>
                </a:lnTo>
                <a:lnTo>
                  <a:pt x="822" y="17896"/>
                </a:lnTo>
                <a:lnTo>
                  <a:pt x="925" y="17596"/>
                </a:lnTo>
                <a:lnTo>
                  <a:pt x="1028" y="17288"/>
                </a:lnTo>
                <a:lnTo>
                  <a:pt x="1123" y="16972"/>
                </a:lnTo>
                <a:lnTo>
                  <a:pt x="1213" y="16656"/>
                </a:lnTo>
                <a:lnTo>
                  <a:pt x="1302" y="16340"/>
                </a:lnTo>
                <a:lnTo>
                  <a:pt x="1384" y="16024"/>
                </a:lnTo>
                <a:lnTo>
                  <a:pt x="1459" y="15700"/>
                </a:lnTo>
                <a:lnTo>
                  <a:pt x="1535" y="15375"/>
                </a:lnTo>
                <a:lnTo>
                  <a:pt x="1603" y="15043"/>
                </a:lnTo>
                <a:lnTo>
                  <a:pt x="1672" y="14711"/>
                </a:lnTo>
                <a:lnTo>
                  <a:pt x="1733" y="14378"/>
                </a:lnTo>
                <a:lnTo>
                  <a:pt x="1788" y="14046"/>
                </a:lnTo>
                <a:lnTo>
                  <a:pt x="1836" y="13714"/>
                </a:lnTo>
                <a:lnTo>
                  <a:pt x="1884" y="13373"/>
                </a:lnTo>
                <a:lnTo>
                  <a:pt x="1932" y="13033"/>
                </a:lnTo>
                <a:lnTo>
                  <a:pt x="1966" y="12693"/>
                </a:lnTo>
                <a:lnTo>
                  <a:pt x="2000" y="12352"/>
                </a:lnTo>
                <a:lnTo>
                  <a:pt x="2035" y="12012"/>
                </a:lnTo>
                <a:lnTo>
                  <a:pt x="2062" y="11663"/>
                </a:lnTo>
                <a:lnTo>
                  <a:pt x="2083" y="11315"/>
                </a:lnTo>
                <a:lnTo>
                  <a:pt x="2096" y="10974"/>
                </a:lnTo>
                <a:lnTo>
                  <a:pt x="2110" y="10626"/>
                </a:lnTo>
                <a:lnTo>
                  <a:pt x="2117" y="10277"/>
                </a:lnTo>
                <a:lnTo>
                  <a:pt x="2117" y="9580"/>
                </a:lnTo>
                <a:lnTo>
                  <a:pt x="2110" y="9232"/>
                </a:lnTo>
                <a:lnTo>
                  <a:pt x="2103" y="8883"/>
                </a:lnTo>
                <a:lnTo>
                  <a:pt x="2089" y="8535"/>
                </a:lnTo>
                <a:lnTo>
                  <a:pt x="2069" y="8186"/>
                </a:lnTo>
                <a:lnTo>
                  <a:pt x="2042" y="7838"/>
                </a:lnTo>
                <a:lnTo>
                  <a:pt x="2014" y="7489"/>
                </a:lnTo>
                <a:lnTo>
                  <a:pt x="1973" y="7100"/>
                </a:lnTo>
                <a:lnTo>
                  <a:pt x="2398" y="7051"/>
                </a:lnTo>
                <a:lnTo>
                  <a:pt x="2829" y="7019"/>
                </a:lnTo>
                <a:lnTo>
                  <a:pt x="3261" y="7003"/>
                </a:lnTo>
                <a:lnTo>
                  <a:pt x="3693" y="7011"/>
                </a:lnTo>
                <a:lnTo>
                  <a:pt x="4124" y="7027"/>
                </a:lnTo>
                <a:lnTo>
                  <a:pt x="4563" y="7076"/>
                </a:lnTo>
                <a:lnTo>
                  <a:pt x="5001" y="7132"/>
                </a:lnTo>
                <a:lnTo>
                  <a:pt x="5439" y="7214"/>
                </a:lnTo>
                <a:lnTo>
                  <a:pt x="5857" y="7303"/>
                </a:lnTo>
                <a:lnTo>
                  <a:pt x="6275" y="7416"/>
                </a:lnTo>
                <a:lnTo>
                  <a:pt x="6700" y="7538"/>
                </a:lnTo>
                <a:lnTo>
                  <a:pt x="7125" y="7684"/>
                </a:lnTo>
                <a:lnTo>
                  <a:pt x="7549" y="7846"/>
                </a:lnTo>
                <a:lnTo>
                  <a:pt x="7981" y="8024"/>
                </a:lnTo>
                <a:lnTo>
                  <a:pt x="8406" y="8210"/>
                </a:lnTo>
                <a:lnTo>
                  <a:pt x="8837" y="8421"/>
                </a:lnTo>
                <a:lnTo>
                  <a:pt x="9269" y="8648"/>
                </a:lnTo>
                <a:lnTo>
                  <a:pt x="9700" y="8891"/>
                </a:lnTo>
                <a:lnTo>
                  <a:pt x="10132" y="9159"/>
                </a:lnTo>
                <a:lnTo>
                  <a:pt x="10564" y="9434"/>
                </a:lnTo>
                <a:lnTo>
                  <a:pt x="11002" y="9726"/>
                </a:lnTo>
                <a:lnTo>
                  <a:pt x="11434" y="10034"/>
                </a:lnTo>
                <a:lnTo>
                  <a:pt x="11872" y="10358"/>
                </a:lnTo>
                <a:lnTo>
                  <a:pt x="12311" y="10699"/>
                </a:lnTo>
                <a:lnTo>
                  <a:pt x="12660" y="10990"/>
                </a:lnTo>
                <a:lnTo>
                  <a:pt x="13009" y="11282"/>
                </a:lnTo>
                <a:lnTo>
                  <a:pt x="13359" y="11590"/>
                </a:lnTo>
                <a:lnTo>
                  <a:pt x="13708" y="11906"/>
                </a:lnTo>
                <a:lnTo>
                  <a:pt x="14057" y="12231"/>
                </a:lnTo>
                <a:lnTo>
                  <a:pt x="14407" y="12571"/>
                </a:lnTo>
                <a:lnTo>
                  <a:pt x="14756" y="12911"/>
                </a:lnTo>
                <a:lnTo>
                  <a:pt x="15106" y="13268"/>
                </a:lnTo>
                <a:lnTo>
                  <a:pt x="15455" y="13641"/>
                </a:lnTo>
                <a:lnTo>
                  <a:pt x="15804" y="14014"/>
                </a:lnTo>
                <a:lnTo>
                  <a:pt x="16154" y="14395"/>
                </a:lnTo>
                <a:lnTo>
                  <a:pt x="16503" y="14792"/>
                </a:lnTo>
                <a:lnTo>
                  <a:pt x="16846" y="15197"/>
                </a:lnTo>
                <a:lnTo>
                  <a:pt x="17195" y="15610"/>
                </a:lnTo>
                <a:lnTo>
                  <a:pt x="17544" y="16032"/>
                </a:lnTo>
                <a:lnTo>
                  <a:pt x="17887" y="16469"/>
                </a:lnTo>
                <a:lnTo>
                  <a:pt x="18428" y="17167"/>
                </a:lnTo>
                <a:lnTo>
                  <a:pt x="18949" y="17864"/>
                </a:lnTo>
                <a:lnTo>
                  <a:pt x="19435" y="18544"/>
                </a:lnTo>
                <a:lnTo>
                  <a:pt x="19901" y="19209"/>
                </a:lnTo>
                <a:lnTo>
                  <a:pt x="20339" y="19849"/>
                </a:lnTo>
                <a:lnTo>
                  <a:pt x="20744" y="20465"/>
                </a:lnTo>
                <a:lnTo>
                  <a:pt x="21120" y="21049"/>
                </a:lnTo>
                <a:lnTo>
                  <a:pt x="21463" y="21600"/>
                </a:lnTo>
                <a:lnTo>
                  <a:pt x="21600" y="21600"/>
                </a:lnTo>
                <a:lnTo>
                  <a:pt x="21251" y="21041"/>
                </a:lnTo>
                <a:lnTo>
                  <a:pt x="20874" y="20449"/>
                </a:lnTo>
                <a:lnTo>
                  <a:pt x="20463" y="19825"/>
                </a:lnTo>
                <a:lnTo>
                  <a:pt x="20017" y="19177"/>
                </a:lnTo>
                <a:lnTo>
                  <a:pt x="19552" y="18496"/>
                </a:lnTo>
                <a:lnTo>
                  <a:pt x="19052" y="17807"/>
                </a:lnTo>
                <a:lnTo>
                  <a:pt x="18524" y="17094"/>
                </a:lnTo>
                <a:lnTo>
                  <a:pt x="17969" y="16380"/>
                </a:lnTo>
                <a:lnTo>
                  <a:pt x="17620" y="15951"/>
                </a:lnTo>
                <a:lnTo>
                  <a:pt x="17277" y="15521"/>
                </a:lnTo>
                <a:lnTo>
                  <a:pt x="16928" y="15108"/>
                </a:lnTo>
                <a:lnTo>
                  <a:pt x="16578" y="14703"/>
                </a:lnTo>
                <a:lnTo>
                  <a:pt x="16229" y="14305"/>
                </a:lnTo>
                <a:lnTo>
                  <a:pt x="15880" y="13916"/>
                </a:lnTo>
                <a:lnTo>
                  <a:pt x="15530" y="13544"/>
                </a:lnTo>
                <a:lnTo>
                  <a:pt x="15181" y="13171"/>
                </a:lnTo>
                <a:lnTo>
                  <a:pt x="14832" y="12814"/>
                </a:lnTo>
                <a:lnTo>
                  <a:pt x="14475" y="12466"/>
                </a:lnTo>
                <a:lnTo>
                  <a:pt x="14126" y="12133"/>
                </a:lnTo>
                <a:lnTo>
                  <a:pt x="13777" y="11801"/>
                </a:lnTo>
                <a:lnTo>
                  <a:pt x="13420" y="11485"/>
                </a:lnTo>
                <a:lnTo>
                  <a:pt x="13071" y="11177"/>
                </a:lnTo>
                <a:lnTo>
                  <a:pt x="12722" y="10885"/>
                </a:lnTo>
                <a:lnTo>
                  <a:pt x="12372" y="10593"/>
                </a:lnTo>
                <a:lnTo>
                  <a:pt x="11934" y="10253"/>
                </a:lnTo>
                <a:lnTo>
                  <a:pt x="11495" y="9921"/>
                </a:lnTo>
                <a:lnTo>
                  <a:pt x="11057" y="9613"/>
                </a:lnTo>
                <a:lnTo>
                  <a:pt x="10618" y="9321"/>
                </a:lnTo>
                <a:lnTo>
                  <a:pt x="10180" y="9037"/>
                </a:lnTo>
                <a:lnTo>
                  <a:pt x="9748" y="8778"/>
                </a:lnTo>
                <a:lnTo>
                  <a:pt x="9310" y="8535"/>
                </a:lnTo>
                <a:lnTo>
                  <a:pt x="8878" y="8308"/>
                </a:lnTo>
                <a:lnTo>
                  <a:pt x="8447" y="8089"/>
                </a:lnTo>
                <a:lnTo>
                  <a:pt x="8015" y="7894"/>
                </a:lnTo>
                <a:lnTo>
                  <a:pt x="7584" y="7724"/>
                </a:lnTo>
                <a:lnTo>
                  <a:pt x="7152" y="7562"/>
                </a:lnTo>
                <a:lnTo>
                  <a:pt x="6727" y="7416"/>
                </a:lnTo>
                <a:lnTo>
                  <a:pt x="6303" y="7286"/>
                </a:lnTo>
                <a:lnTo>
                  <a:pt x="5878" y="7181"/>
                </a:lnTo>
                <a:lnTo>
                  <a:pt x="5453" y="7084"/>
                </a:lnTo>
                <a:lnTo>
                  <a:pt x="5015" y="7003"/>
                </a:lnTo>
                <a:lnTo>
                  <a:pt x="4569" y="6946"/>
                </a:lnTo>
                <a:lnTo>
                  <a:pt x="4131" y="6897"/>
                </a:lnTo>
                <a:lnTo>
                  <a:pt x="3693" y="6881"/>
                </a:lnTo>
                <a:lnTo>
                  <a:pt x="3261" y="6873"/>
                </a:lnTo>
                <a:lnTo>
                  <a:pt x="2822" y="6889"/>
                </a:lnTo>
                <a:lnTo>
                  <a:pt x="2391" y="6922"/>
                </a:lnTo>
                <a:lnTo>
                  <a:pt x="1959" y="6970"/>
                </a:lnTo>
                <a:lnTo>
                  <a:pt x="1898" y="6484"/>
                </a:lnTo>
                <a:lnTo>
                  <a:pt x="1836" y="6006"/>
                </a:lnTo>
                <a:lnTo>
                  <a:pt x="1754" y="5528"/>
                </a:lnTo>
                <a:lnTo>
                  <a:pt x="1672" y="5058"/>
                </a:lnTo>
                <a:lnTo>
                  <a:pt x="1576" y="4596"/>
                </a:lnTo>
                <a:lnTo>
                  <a:pt x="1473" y="4134"/>
                </a:lnTo>
                <a:lnTo>
                  <a:pt x="1363" y="3688"/>
                </a:lnTo>
                <a:lnTo>
                  <a:pt x="1240" y="3242"/>
                </a:lnTo>
                <a:lnTo>
                  <a:pt x="1117" y="2812"/>
                </a:lnTo>
                <a:lnTo>
                  <a:pt x="980" y="2383"/>
                </a:lnTo>
                <a:lnTo>
                  <a:pt x="836" y="1961"/>
                </a:lnTo>
                <a:lnTo>
                  <a:pt x="685" y="1548"/>
                </a:lnTo>
                <a:lnTo>
                  <a:pt x="521" y="1151"/>
                </a:lnTo>
                <a:lnTo>
                  <a:pt x="356" y="754"/>
                </a:lnTo>
                <a:lnTo>
                  <a:pt x="185" y="3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4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9200" y="7402513"/>
            <a:ext cx="8191800" cy="1175401"/>
          </a:xfrm>
          <a:prstGeom prst="rect">
            <a:avLst/>
          </a:prstGeom>
        </p:spPr>
        <p:txBody>
          <a:bodyPr lIns="182849" tIns="182849" rIns="182849" bIns="182849"/>
          <a:lstStyle>
            <a:lvl1pPr indent="-3683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200"/>
              <a:buFont typeface="Helvetica"/>
              <a:buChar char="●"/>
              <a:defRPr sz="2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683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200"/>
              <a:buFont typeface="Helvetica"/>
              <a:buChar char="○"/>
              <a:defRPr sz="2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683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200"/>
              <a:buFont typeface="Helvetica"/>
              <a:buChar char="■"/>
              <a:defRPr sz="2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683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200"/>
              <a:buFont typeface="Helvetica"/>
              <a:buChar char="●"/>
              <a:defRPr sz="2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683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200"/>
              <a:buFont typeface="Helvetica"/>
              <a:buChar char="○"/>
              <a:defRPr sz="2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6" name="Google Shape;395;p36"/>
          <p:cNvSpPr txBox="1">
            <a:spLocks noGrp="1"/>
          </p:cNvSpPr>
          <p:nvPr>
            <p:ph type="body" sz="quarter" idx="21"/>
          </p:nvPr>
        </p:nvSpPr>
        <p:spPr>
          <a:xfrm>
            <a:off x="9639200" y="4684812"/>
            <a:ext cx="8191800" cy="11754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683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200"/>
              <a:buFont typeface="Helvetica"/>
              <a:buChar char="●"/>
              <a:defRPr sz="2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417" name="Google Shape;396;p36"/>
          <p:cNvSpPr txBox="1">
            <a:spLocks noGrp="1"/>
          </p:cNvSpPr>
          <p:nvPr>
            <p:ph type="body" sz="quarter" idx="22"/>
          </p:nvPr>
        </p:nvSpPr>
        <p:spPr>
          <a:xfrm>
            <a:off x="9639200" y="1967113"/>
            <a:ext cx="8191800" cy="1175400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683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200"/>
              <a:buFont typeface="Helvetica"/>
              <a:buChar char="●"/>
              <a:defRPr sz="2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_1_1_1_1_1_1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399;p37" descr="Google Shape;399;p37"/>
          <p:cNvPicPr>
            <a:picLocks noChangeAspect="1"/>
          </p:cNvPicPr>
          <p:nvPr/>
        </p:nvPicPr>
        <p:blipFill>
          <a:blip r:embed="rId2"/>
          <a:srcRect t="51307" r="54483"/>
          <a:stretch>
            <a:fillRect/>
          </a:stretch>
        </p:blipFill>
        <p:spPr>
          <a:xfrm rot="10800000" flipH="1">
            <a:off x="13605600" y="5278104"/>
            <a:ext cx="4682402" cy="5008902"/>
          </a:xfrm>
          <a:prstGeom prst="rect">
            <a:avLst/>
          </a:prstGeom>
          <a:ln w="12700">
            <a:miter lim="400000"/>
          </a:ln>
        </p:spPr>
      </p:pic>
      <p:sp>
        <p:nvSpPr>
          <p:cNvPr id="4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54632" y="9600549"/>
            <a:ext cx="576169" cy="5816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defRPr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26" name="Title Text"/>
          <p:cNvSpPr txBox="1">
            <a:spLocks noGrp="1"/>
          </p:cNvSpPr>
          <p:nvPr>
            <p:ph type="title"/>
          </p:nvPr>
        </p:nvSpPr>
        <p:spPr>
          <a:xfrm>
            <a:off x="2460400" y="3860560"/>
            <a:ext cx="13367400" cy="3453001"/>
          </a:xfrm>
          <a:prstGeom prst="rect">
            <a:avLst/>
          </a:prstGeom>
        </p:spPr>
        <p:txBody>
          <a:bodyPr lIns="182849" tIns="182849" rIns="182849" bIns="182849" anchor="t"/>
          <a:lstStyle>
            <a:lvl1pPr>
              <a:lnSpc>
                <a:spcPct val="90000"/>
              </a:lnSpc>
              <a:defRPr sz="108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4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797299" y="6389399"/>
            <a:ext cx="8693402" cy="905401"/>
          </a:xfrm>
          <a:prstGeom prst="rect">
            <a:avLst/>
          </a:prstGeom>
        </p:spPr>
        <p:txBody>
          <a:bodyPr lIns="182849" tIns="182849" rIns="182849" bIns="182849" anchor="ctr"/>
          <a:lstStyle>
            <a:lvl1pPr marL="381000" indent="-3048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1F1F1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marL="381000" indent="1524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1F1F1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marL="381000" indent="6096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1F1F1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marL="381000" indent="10668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1F1F1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marL="381000" indent="15240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1F1F1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8" name="Google Shape;403;p37"/>
          <p:cNvSpPr/>
          <p:nvPr/>
        </p:nvSpPr>
        <p:spPr>
          <a:xfrm flipH="1">
            <a:off x="23" y="297569"/>
            <a:ext cx="2755137" cy="4843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246" y="0"/>
                </a:moveTo>
                <a:lnTo>
                  <a:pt x="4724" y="11"/>
                </a:lnTo>
                <a:lnTo>
                  <a:pt x="4219" y="32"/>
                </a:lnTo>
                <a:lnTo>
                  <a:pt x="3753" y="53"/>
                </a:lnTo>
                <a:lnTo>
                  <a:pt x="3305" y="96"/>
                </a:lnTo>
                <a:lnTo>
                  <a:pt x="2894" y="149"/>
                </a:lnTo>
                <a:lnTo>
                  <a:pt x="2502" y="202"/>
                </a:lnTo>
                <a:lnTo>
                  <a:pt x="2147" y="265"/>
                </a:lnTo>
                <a:lnTo>
                  <a:pt x="1811" y="350"/>
                </a:lnTo>
                <a:lnTo>
                  <a:pt x="1512" y="435"/>
                </a:lnTo>
                <a:lnTo>
                  <a:pt x="1232" y="531"/>
                </a:lnTo>
                <a:lnTo>
                  <a:pt x="989" y="648"/>
                </a:lnTo>
                <a:lnTo>
                  <a:pt x="766" y="765"/>
                </a:lnTo>
                <a:lnTo>
                  <a:pt x="579" y="892"/>
                </a:lnTo>
                <a:lnTo>
                  <a:pt x="448" y="988"/>
                </a:lnTo>
                <a:lnTo>
                  <a:pt x="355" y="1083"/>
                </a:lnTo>
                <a:lnTo>
                  <a:pt x="261" y="1189"/>
                </a:lnTo>
                <a:lnTo>
                  <a:pt x="187" y="1296"/>
                </a:lnTo>
                <a:lnTo>
                  <a:pt x="131" y="1402"/>
                </a:lnTo>
                <a:lnTo>
                  <a:pt x="75" y="1518"/>
                </a:lnTo>
                <a:lnTo>
                  <a:pt x="38" y="1635"/>
                </a:lnTo>
                <a:lnTo>
                  <a:pt x="19" y="1763"/>
                </a:lnTo>
                <a:lnTo>
                  <a:pt x="0" y="1890"/>
                </a:lnTo>
                <a:lnTo>
                  <a:pt x="0" y="2018"/>
                </a:lnTo>
                <a:lnTo>
                  <a:pt x="19" y="2156"/>
                </a:lnTo>
                <a:lnTo>
                  <a:pt x="56" y="2304"/>
                </a:lnTo>
                <a:lnTo>
                  <a:pt x="94" y="2442"/>
                </a:lnTo>
                <a:lnTo>
                  <a:pt x="150" y="2602"/>
                </a:lnTo>
                <a:lnTo>
                  <a:pt x="299" y="2910"/>
                </a:lnTo>
                <a:lnTo>
                  <a:pt x="504" y="3249"/>
                </a:lnTo>
                <a:lnTo>
                  <a:pt x="747" y="3600"/>
                </a:lnTo>
                <a:lnTo>
                  <a:pt x="1064" y="3972"/>
                </a:lnTo>
                <a:lnTo>
                  <a:pt x="1419" y="4354"/>
                </a:lnTo>
                <a:lnTo>
                  <a:pt x="1848" y="4768"/>
                </a:lnTo>
                <a:lnTo>
                  <a:pt x="2315" y="5193"/>
                </a:lnTo>
                <a:lnTo>
                  <a:pt x="2838" y="5639"/>
                </a:lnTo>
                <a:lnTo>
                  <a:pt x="3398" y="6096"/>
                </a:lnTo>
                <a:lnTo>
                  <a:pt x="4779" y="7189"/>
                </a:lnTo>
                <a:lnTo>
                  <a:pt x="6123" y="8272"/>
                </a:lnTo>
                <a:lnTo>
                  <a:pt x="7430" y="9335"/>
                </a:lnTo>
                <a:lnTo>
                  <a:pt x="8718" y="10396"/>
                </a:lnTo>
                <a:lnTo>
                  <a:pt x="11202" y="12467"/>
                </a:lnTo>
                <a:lnTo>
                  <a:pt x="13572" y="14474"/>
                </a:lnTo>
                <a:lnTo>
                  <a:pt x="15794" y="16407"/>
                </a:lnTo>
                <a:lnTo>
                  <a:pt x="17885" y="18244"/>
                </a:lnTo>
                <a:lnTo>
                  <a:pt x="19826" y="19975"/>
                </a:lnTo>
                <a:lnTo>
                  <a:pt x="21600" y="21600"/>
                </a:lnTo>
                <a:lnTo>
                  <a:pt x="21600" y="21271"/>
                </a:lnTo>
                <a:lnTo>
                  <a:pt x="19826" y="19667"/>
                </a:lnTo>
                <a:lnTo>
                  <a:pt x="17904" y="17958"/>
                </a:lnTo>
                <a:lnTo>
                  <a:pt x="15850" y="16141"/>
                </a:lnTo>
                <a:lnTo>
                  <a:pt x="13647" y="14241"/>
                </a:lnTo>
                <a:lnTo>
                  <a:pt x="11314" y="12265"/>
                </a:lnTo>
                <a:lnTo>
                  <a:pt x="8868" y="10226"/>
                </a:lnTo>
                <a:lnTo>
                  <a:pt x="7599" y="9186"/>
                </a:lnTo>
                <a:lnTo>
                  <a:pt x="6310" y="8134"/>
                </a:lnTo>
                <a:lnTo>
                  <a:pt x="4985" y="7073"/>
                </a:lnTo>
                <a:lnTo>
                  <a:pt x="3641" y="6000"/>
                </a:lnTo>
                <a:lnTo>
                  <a:pt x="3099" y="5554"/>
                </a:lnTo>
                <a:lnTo>
                  <a:pt x="2595" y="5129"/>
                </a:lnTo>
                <a:lnTo>
                  <a:pt x="2147" y="4715"/>
                </a:lnTo>
                <a:lnTo>
                  <a:pt x="1737" y="4322"/>
                </a:lnTo>
                <a:lnTo>
                  <a:pt x="1382" y="3940"/>
                </a:lnTo>
                <a:lnTo>
                  <a:pt x="1083" y="3589"/>
                </a:lnTo>
                <a:lnTo>
                  <a:pt x="822" y="3249"/>
                </a:lnTo>
                <a:lnTo>
                  <a:pt x="635" y="2920"/>
                </a:lnTo>
                <a:lnTo>
                  <a:pt x="467" y="2623"/>
                </a:lnTo>
                <a:lnTo>
                  <a:pt x="374" y="2336"/>
                </a:lnTo>
                <a:lnTo>
                  <a:pt x="336" y="2198"/>
                </a:lnTo>
                <a:lnTo>
                  <a:pt x="318" y="2060"/>
                </a:lnTo>
                <a:lnTo>
                  <a:pt x="318" y="1816"/>
                </a:lnTo>
                <a:lnTo>
                  <a:pt x="336" y="1699"/>
                </a:lnTo>
                <a:lnTo>
                  <a:pt x="374" y="1582"/>
                </a:lnTo>
                <a:lnTo>
                  <a:pt x="411" y="1476"/>
                </a:lnTo>
                <a:lnTo>
                  <a:pt x="467" y="1370"/>
                </a:lnTo>
                <a:lnTo>
                  <a:pt x="523" y="1264"/>
                </a:lnTo>
                <a:lnTo>
                  <a:pt x="616" y="1168"/>
                </a:lnTo>
                <a:lnTo>
                  <a:pt x="803" y="998"/>
                </a:lnTo>
                <a:lnTo>
                  <a:pt x="989" y="881"/>
                </a:lnTo>
                <a:lnTo>
                  <a:pt x="1195" y="765"/>
                </a:lnTo>
                <a:lnTo>
                  <a:pt x="1438" y="669"/>
                </a:lnTo>
                <a:lnTo>
                  <a:pt x="1699" y="573"/>
                </a:lnTo>
                <a:lnTo>
                  <a:pt x="1979" y="499"/>
                </a:lnTo>
                <a:lnTo>
                  <a:pt x="2297" y="425"/>
                </a:lnTo>
                <a:lnTo>
                  <a:pt x="2651" y="361"/>
                </a:lnTo>
                <a:lnTo>
                  <a:pt x="3025" y="308"/>
                </a:lnTo>
                <a:lnTo>
                  <a:pt x="3416" y="255"/>
                </a:lnTo>
                <a:lnTo>
                  <a:pt x="3846" y="223"/>
                </a:lnTo>
                <a:lnTo>
                  <a:pt x="4313" y="202"/>
                </a:lnTo>
                <a:lnTo>
                  <a:pt x="4798" y="180"/>
                </a:lnTo>
                <a:lnTo>
                  <a:pt x="5302" y="170"/>
                </a:lnTo>
                <a:lnTo>
                  <a:pt x="5843" y="180"/>
                </a:lnTo>
                <a:lnTo>
                  <a:pt x="6403" y="191"/>
                </a:lnTo>
                <a:lnTo>
                  <a:pt x="7001" y="212"/>
                </a:lnTo>
                <a:lnTo>
                  <a:pt x="8140" y="265"/>
                </a:lnTo>
                <a:lnTo>
                  <a:pt x="9353" y="361"/>
                </a:lnTo>
                <a:lnTo>
                  <a:pt x="10660" y="478"/>
                </a:lnTo>
                <a:lnTo>
                  <a:pt x="12060" y="626"/>
                </a:lnTo>
                <a:lnTo>
                  <a:pt x="13535" y="807"/>
                </a:lnTo>
                <a:lnTo>
                  <a:pt x="15122" y="1020"/>
                </a:lnTo>
                <a:lnTo>
                  <a:pt x="16802" y="1264"/>
                </a:lnTo>
                <a:lnTo>
                  <a:pt x="18575" y="1529"/>
                </a:lnTo>
                <a:lnTo>
                  <a:pt x="20069" y="1773"/>
                </a:lnTo>
                <a:lnTo>
                  <a:pt x="21600" y="2028"/>
                </a:lnTo>
                <a:lnTo>
                  <a:pt x="21600" y="1848"/>
                </a:lnTo>
                <a:lnTo>
                  <a:pt x="20106" y="1603"/>
                </a:lnTo>
                <a:lnTo>
                  <a:pt x="18650" y="1370"/>
                </a:lnTo>
                <a:lnTo>
                  <a:pt x="16877" y="1094"/>
                </a:lnTo>
                <a:lnTo>
                  <a:pt x="15178" y="849"/>
                </a:lnTo>
                <a:lnTo>
                  <a:pt x="13591" y="637"/>
                </a:lnTo>
                <a:lnTo>
                  <a:pt x="12098" y="457"/>
                </a:lnTo>
                <a:lnTo>
                  <a:pt x="10697" y="308"/>
                </a:lnTo>
                <a:lnTo>
                  <a:pt x="9391" y="191"/>
                </a:lnTo>
                <a:lnTo>
                  <a:pt x="8159" y="96"/>
                </a:lnTo>
                <a:lnTo>
                  <a:pt x="7020" y="43"/>
                </a:lnTo>
                <a:lnTo>
                  <a:pt x="6403" y="21"/>
                </a:lnTo>
                <a:lnTo>
                  <a:pt x="5246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429" name="Google Shape;404;p37"/>
          <p:cNvSpPr txBox="1">
            <a:spLocks noGrp="1"/>
          </p:cNvSpPr>
          <p:nvPr>
            <p:ph type="body" sz="quarter" idx="21"/>
          </p:nvPr>
        </p:nvSpPr>
        <p:spPr>
          <a:xfrm>
            <a:off x="6895975" y="7387300"/>
            <a:ext cx="4495801" cy="8004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55600" algn="ctr">
              <a:lnSpc>
                <a:spcPct val="115000"/>
              </a:lnSpc>
              <a:spcBef>
                <a:spcPts val="0"/>
              </a:spcBef>
              <a:buClr>
                <a:srgbClr val="1F1F1F"/>
              </a:buClr>
              <a:buSzPts val="2000"/>
              <a:buFont typeface="Helvetica"/>
              <a:buChar char="●"/>
              <a:defRPr sz="20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itle Text"/>
          <p:cNvSpPr txBox="1">
            <a:spLocks noGrp="1"/>
          </p:cNvSpPr>
          <p:nvPr>
            <p:ph type="title"/>
          </p:nvPr>
        </p:nvSpPr>
        <p:spPr>
          <a:xfrm>
            <a:off x="623399" y="4301699"/>
            <a:ext cx="17041202" cy="1683601"/>
          </a:xfrm>
          <a:prstGeom prst="rect">
            <a:avLst/>
          </a:prstGeom>
        </p:spPr>
        <p:txBody>
          <a:bodyPr lIns="182849" tIns="182849" rIns="182849" bIns="182849"/>
          <a:lstStyle>
            <a:lvl1pPr>
              <a:buClr>
                <a:srgbClr val="000000"/>
              </a:buClr>
              <a:buSzPts val="7200"/>
              <a:buFont typeface="Arial"/>
              <a:buChar char="●"/>
              <a:defRPr sz="7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4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Title Text"/>
          <p:cNvSpPr txBox="1">
            <a:spLocks noGrp="1"/>
          </p:cNvSpPr>
          <p:nvPr>
            <p:ph type="title"/>
          </p:nvPr>
        </p:nvSpPr>
        <p:spPr>
          <a:xfrm>
            <a:off x="623399" y="890050"/>
            <a:ext cx="17041202" cy="1145401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buClr>
                <a:srgbClr val="000000"/>
              </a:buClr>
              <a:buSzPts val="5600"/>
              <a:buFont typeface="Arial"/>
              <a:buChar char="●"/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445" name="Body Level One…"/>
          <p:cNvSpPr txBox="1">
            <a:spLocks noGrp="1"/>
          </p:cNvSpPr>
          <p:nvPr>
            <p:ph type="body" idx="1"/>
          </p:nvPr>
        </p:nvSpPr>
        <p:spPr>
          <a:xfrm>
            <a:off x="623399" y="2304950"/>
            <a:ext cx="17041202" cy="6832800"/>
          </a:xfrm>
          <a:prstGeom prst="rect">
            <a:avLst/>
          </a:prstGeom>
        </p:spPr>
        <p:txBody>
          <a:bodyPr lIns="182849" tIns="182849" rIns="182849" bIns="182849"/>
          <a:lstStyle>
            <a:lvl1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wo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itle Text"/>
          <p:cNvSpPr txBox="1">
            <a:spLocks noGrp="1"/>
          </p:cNvSpPr>
          <p:nvPr>
            <p:ph type="title"/>
          </p:nvPr>
        </p:nvSpPr>
        <p:spPr>
          <a:xfrm>
            <a:off x="623399" y="890050"/>
            <a:ext cx="17041202" cy="1145401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buClr>
                <a:srgbClr val="000000"/>
              </a:buClr>
              <a:buSzPts val="5600"/>
              <a:buFont typeface="Arial"/>
              <a:buChar char="●"/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45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23399" y="2304950"/>
            <a:ext cx="7999802" cy="6832800"/>
          </a:xfrm>
          <a:prstGeom prst="rect">
            <a:avLst/>
          </a:prstGeom>
        </p:spPr>
        <p:txBody>
          <a:bodyPr lIns="182849" tIns="182849" rIns="182849" bIns="182849"/>
          <a:lstStyle>
            <a:lvl1pPr indent="-4064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●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77900" indent="-4445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○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435100" indent="-4445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■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92300" indent="-4445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●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349500" indent="-4445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○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5" name="Google Shape;414;p40"/>
          <p:cNvSpPr txBox="1">
            <a:spLocks noGrp="1"/>
          </p:cNvSpPr>
          <p:nvPr>
            <p:ph type="body" sz="half" idx="21"/>
          </p:nvPr>
        </p:nvSpPr>
        <p:spPr>
          <a:xfrm>
            <a:off x="9664799" y="2304950"/>
            <a:ext cx="7999802" cy="6832800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4064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●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4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itle Text"/>
          <p:cNvSpPr txBox="1">
            <a:spLocks noGrp="1"/>
          </p:cNvSpPr>
          <p:nvPr>
            <p:ph type="title"/>
          </p:nvPr>
        </p:nvSpPr>
        <p:spPr>
          <a:xfrm>
            <a:off x="623399" y="890050"/>
            <a:ext cx="17041202" cy="1145401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buClr>
                <a:srgbClr val="000000"/>
              </a:buClr>
              <a:buSzPts val="5600"/>
              <a:buFont typeface="Arial"/>
              <a:buChar char="●"/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4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 column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Title Text"/>
          <p:cNvSpPr txBox="1">
            <a:spLocks noGrp="1"/>
          </p:cNvSpPr>
          <p:nvPr>
            <p:ph type="title"/>
          </p:nvPr>
        </p:nvSpPr>
        <p:spPr>
          <a:xfrm>
            <a:off x="623399" y="1111200"/>
            <a:ext cx="5616001" cy="1511400"/>
          </a:xfrm>
          <a:prstGeom prst="rect">
            <a:avLst/>
          </a:prstGeom>
        </p:spPr>
        <p:txBody>
          <a:bodyPr lIns="182849" tIns="182849" rIns="182849" bIns="182849" anchor="b"/>
          <a:lstStyle>
            <a:lvl1pPr algn="l">
              <a:buClr>
                <a:srgbClr val="000000"/>
              </a:buClr>
              <a:buSzPts val="4800"/>
              <a:buFont typeface="Arial"/>
              <a:buChar char="●"/>
              <a:defRPr sz="4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47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3399" y="2779199"/>
            <a:ext cx="5616001" cy="6358801"/>
          </a:xfrm>
          <a:prstGeom prst="rect">
            <a:avLst/>
          </a:prstGeom>
        </p:spPr>
        <p:txBody>
          <a:bodyPr lIns="182849" tIns="182849" rIns="182849" bIns="182849"/>
          <a:lstStyle>
            <a:lvl1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title and descri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itle Text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1"/>
          </a:xfrm>
          <a:prstGeom prst="rect">
            <a:avLst/>
          </a:prstGeom>
        </p:spPr>
        <p:txBody>
          <a:bodyPr lIns="182849" tIns="182849" rIns="182849" bIns="182849" anchor="b"/>
          <a:lstStyle>
            <a:lvl1pPr>
              <a:buClr>
                <a:srgbClr val="000000"/>
              </a:buClr>
              <a:buSzPts val="8400"/>
              <a:buFont typeface="Arial"/>
              <a:buChar char="●"/>
              <a:defRPr sz="8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48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31000" y="5606150"/>
            <a:ext cx="8090400" cy="2470201"/>
          </a:xfrm>
          <a:prstGeom prst="rect">
            <a:avLst/>
          </a:prstGeom>
        </p:spPr>
        <p:txBody>
          <a:bodyPr lIns="182849" tIns="182849" rIns="182849" bIns="182849"/>
          <a:lstStyle>
            <a:lvl1pPr marL="381000" indent="-3048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4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381000" indent="1524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4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381000" indent="6096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4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381000" indent="10668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4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81000" indent="1524000" algn="ctr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4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2" name="Google Shape;423;p43"/>
          <p:cNvSpPr txBox="1">
            <a:spLocks noGrp="1"/>
          </p:cNvSpPr>
          <p:nvPr>
            <p:ph type="body" sz="half" idx="21"/>
          </p:nvPr>
        </p:nvSpPr>
        <p:spPr>
          <a:xfrm>
            <a:off x="9879000" y="1448149"/>
            <a:ext cx="7674000" cy="7390202"/>
          </a:xfrm>
          <a:prstGeom prst="rect">
            <a:avLst/>
          </a:prstGeom>
        </p:spPr>
        <p:txBody>
          <a:bodyPr lIns="182849" tIns="182849" rIns="182849" bIns="182849" anchor="ctr"/>
          <a:lstStyle/>
          <a:p>
            <a: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4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3399" y="8461150"/>
            <a:ext cx="11997602" cy="1210201"/>
          </a:xfrm>
          <a:prstGeom prst="rect">
            <a:avLst/>
          </a:prstGeom>
        </p:spPr>
        <p:txBody>
          <a:bodyPr lIns="182849" tIns="182849" rIns="182849" bIns="182849" anchor="ctr"/>
          <a:lstStyle>
            <a:lvl1pPr marL="228600" indent="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Tx/>
              <a:buSzPts val="2400"/>
              <a:buFontTx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Tx/>
              <a:buSzPts val="2400"/>
              <a:buFontTx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Tx/>
              <a:buSzPts val="2400"/>
              <a:buFontTx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Tx/>
              <a:buSzPts val="2400"/>
              <a:buFontTx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xx%"/>
          <p:cNvSpPr txBox="1">
            <a:spLocks noGrp="1"/>
          </p:cNvSpPr>
          <p:nvPr>
            <p:ph type="title" hasCustomPrompt="1"/>
          </p:nvPr>
        </p:nvSpPr>
        <p:spPr>
          <a:xfrm>
            <a:off x="623399" y="2212250"/>
            <a:ext cx="17041202" cy="3927000"/>
          </a:xfrm>
          <a:prstGeom prst="rect">
            <a:avLst/>
          </a:prstGeom>
        </p:spPr>
        <p:txBody>
          <a:bodyPr lIns="182849" tIns="182849" rIns="182849" bIns="182849" anchor="b"/>
          <a:lstStyle>
            <a:lvl1pPr>
              <a:buClr>
                <a:srgbClr val="000000"/>
              </a:buClr>
              <a:buSzPts val="24000"/>
              <a:buFont typeface="Arial"/>
              <a:buChar char="●"/>
              <a:defRPr sz="24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xx%</a:t>
            </a:r>
          </a:p>
        </p:txBody>
      </p:sp>
      <p:sp>
        <p:nvSpPr>
          <p:cNvPr id="49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23399" y="6304450"/>
            <a:ext cx="17041202" cy="2601600"/>
          </a:xfrm>
          <a:prstGeom prst="rect">
            <a:avLst/>
          </a:prstGeom>
        </p:spPr>
        <p:txBody>
          <a:bodyPr lIns="182849" tIns="182849" rIns="182849" bIns="182849"/>
          <a:lstStyle>
            <a:lvl1pPr indent="-381000" algn="ctr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 algn="ctr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 algn="ctr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 algn="ctr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 algn="ctr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Title Text"/>
          <p:cNvSpPr txBox="1">
            <a:spLocks noGrp="1"/>
          </p:cNvSpPr>
          <p:nvPr>
            <p:ph type="title"/>
          </p:nvPr>
        </p:nvSpPr>
        <p:spPr>
          <a:xfrm>
            <a:off x="1354649" y="3665549"/>
            <a:ext cx="6434401" cy="2968201"/>
          </a:xfrm>
          <a:prstGeom prst="rect">
            <a:avLst/>
          </a:prstGeom>
        </p:spPr>
        <p:txBody>
          <a:bodyPr lIns="182849" tIns="182849" rIns="182849" bIns="182849"/>
          <a:lstStyle>
            <a:lvl1pPr algn="l">
              <a:defRPr sz="8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5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813300" y="787499"/>
            <a:ext cx="8819400" cy="1085402"/>
          </a:xfrm>
          <a:prstGeom prst="rect">
            <a:avLst/>
          </a:prstGeom>
        </p:spPr>
        <p:txBody>
          <a:bodyPr lIns="182849" tIns="182849" rIns="182849" bIns="182849"/>
          <a:lstStyle>
            <a:lvl1pPr marL="381000" indent="-304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381000" indent="1524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381000" indent="6096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381000" indent="10668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81000" indent="1524000">
              <a:lnSpc>
                <a:spcPct val="115000"/>
              </a:lnSpc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ody and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Title Text"/>
          <p:cNvSpPr txBox="1">
            <a:spLocks noGrp="1"/>
          </p:cNvSpPr>
          <p:nvPr>
            <p:ph type="title"/>
          </p:nvPr>
        </p:nvSpPr>
        <p:spPr>
          <a:xfrm>
            <a:off x="623399" y="890050"/>
            <a:ext cx="17041202" cy="1145401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buClr>
                <a:srgbClr val="000000"/>
              </a:buClr>
              <a:buSzPts val="5600"/>
              <a:buFont typeface="Arial"/>
              <a:buChar char="●"/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52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23399" y="2304950"/>
            <a:ext cx="8947802" cy="6832800"/>
          </a:xfrm>
          <a:prstGeom prst="rect">
            <a:avLst/>
          </a:prstGeom>
        </p:spPr>
        <p:txBody>
          <a:bodyPr lIns="182849" tIns="182849" rIns="182849" bIns="182849"/>
          <a:lstStyle>
            <a:lvl1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5" name="Google Shape;441;p48"/>
          <p:cNvSpPr>
            <a:spLocks noGrp="1"/>
          </p:cNvSpPr>
          <p:nvPr>
            <p:ph type="pic" sz="half" idx="21"/>
          </p:nvPr>
        </p:nvSpPr>
        <p:spPr>
          <a:xfrm>
            <a:off x="9984047" y="2305549"/>
            <a:ext cx="7680602" cy="68328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big ide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Title Text"/>
          <p:cNvSpPr txBox="1">
            <a:spLocks noGrp="1"/>
          </p:cNvSpPr>
          <p:nvPr>
            <p:ph type="title"/>
          </p:nvPr>
        </p:nvSpPr>
        <p:spPr>
          <a:xfrm>
            <a:off x="966350" y="900050"/>
            <a:ext cx="16369200" cy="1516200"/>
          </a:xfrm>
          <a:prstGeom prst="rect">
            <a:avLst/>
          </a:prstGeom>
        </p:spPr>
        <p:txBody>
          <a:bodyPr lIns="182849" tIns="182849" rIns="182849" bIns="182849"/>
          <a:lstStyle>
            <a:lvl1pPr algn="l">
              <a:buClr>
                <a:srgbClr val="000000"/>
              </a:buClr>
              <a:buSzPts val="6000"/>
              <a:buFont typeface="Arial"/>
              <a:buChar char="●"/>
              <a:defRPr sz="6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5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6300" y="4475574"/>
            <a:ext cx="7239600" cy="4747202"/>
          </a:xfrm>
          <a:prstGeom prst="rect">
            <a:avLst/>
          </a:prstGeom>
        </p:spPr>
        <p:txBody>
          <a:bodyPr lIns="182849" tIns="182849" rIns="182849" bIns="182849"/>
          <a:lstStyle>
            <a:lvl1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5" name="Google Shape;445;p49"/>
          <p:cNvSpPr txBox="1">
            <a:spLocks noGrp="1"/>
          </p:cNvSpPr>
          <p:nvPr>
            <p:ph type="body" sz="quarter" idx="21"/>
          </p:nvPr>
        </p:nvSpPr>
        <p:spPr>
          <a:xfrm>
            <a:off x="10096000" y="4475574"/>
            <a:ext cx="7239600" cy="4747202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5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ree big ide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6350" y="4834999"/>
            <a:ext cx="4911000" cy="4747201"/>
          </a:xfrm>
          <a:prstGeom prst="rect">
            <a:avLst/>
          </a:prstGeom>
        </p:spPr>
        <p:txBody>
          <a:bodyPr lIns="182849" tIns="182849" rIns="182849" bIns="182849"/>
          <a:lstStyle>
            <a:lvl1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4" name="Google Shape;450;p50"/>
          <p:cNvSpPr txBox="1">
            <a:spLocks noGrp="1"/>
          </p:cNvSpPr>
          <p:nvPr>
            <p:ph type="body" sz="quarter" idx="21"/>
          </p:nvPr>
        </p:nvSpPr>
        <p:spPr>
          <a:xfrm>
            <a:off x="6695450" y="4834999"/>
            <a:ext cx="4911001" cy="4747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545" name="Title Text"/>
          <p:cNvSpPr txBox="1">
            <a:spLocks noGrp="1"/>
          </p:cNvSpPr>
          <p:nvPr>
            <p:ph type="title"/>
          </p:nvPr>
        </p:nvSpPr>
        <p:spPr>
          <a:xfrm>
            <a:off x="966350" y="900050"/>
            <a:ext cx="16369200" cy="1516200"/>
          </a:xfrm>
          <a:prstGeom prst="rect">
            <a:avLst/>
          </a:prstGeom>
        </p:spPr>
        <p:txBody>
          <a:bodyPr lIns="182849" tIns="182849" rIns="182849" bIns="182849"/>
          <a:lstStyle>
            <a:lvl1pPr algn="l">
              <a:buClr>
                <a:srgbClr val="000000"/>
              </a:buClr>
              <a:buSzPts val="6000"/>
              <a:buFont typeface="Arial"/>
              <a:buChar char="●"/>
              <a:defRPr sz="6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546" name="Google Shape;455;p50"/>
          <p:cNvSpPr txBox="1">
            <a:spLocks noGrp="1"/>
          </p:cNvSpPr>
          <p:nvPr>
            <p:ph type="body" sz="quarter" idx="22"/>
          </p:nvPr>
        </p:nvSpPr>
        <p:spPr>
          <a:xfrm>
            <a:off x="12424550" y="4834999"/>
            <a:ext cx="4911001" cy="47472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5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ur big ide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33449" y="3518186"/>
            <a:ext cx="7677001" cy="2277000"/>
          </a:xfrm>
          <a:prstGeom prst="rect">
            <a:avLst/>
          </a:prstGeom>
        </p:spPr>
        <p:txBody>
          <a:bodyPr lIns="182849" tIns="182849" rIns="182849" bIns="182849"/>
          <a:lstStyle>
            <a:lvl1pPr indent="-4064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●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77900" indent="-4445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○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435100" indent="-4445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■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92300" indent="-4445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●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349500" indent="-4445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○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5" name="Google Shape;458;p51"/>
          <p:cNvSpPr txBox="1">
            <a:spLocks noGrp="1"/>
          </p:cNvSpPr>
          <p:nvPr>
            <p:ph type="body" sz="quarter" idx="21"/>
          </p:nvPr>
        </p:nvSpPr>
        <p:spPr>
          <a:xfrm>
            <a:off x="9877449" y="3518186"/>
            <a:ext cx="7677000" cy="2277000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4064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●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556" name="Google Shape;459;p51"/>
          <p:cNvSpPr txBox="1">
            <a:spLocks noGrp="1"/>
          </p:cNvSpPr>
          <p:nvPr>
            <p:ph type="body" sz="quarter" idx="22"/>
          </p:nvPr>
        </p:nvSpPr>
        <p:spPr>
          <a:xfrm>
            <a:off x="733500" y="7297149"/>
            <a:ext cx="7676999" cy="22770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4064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●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557" name="Google Shape;460;p51"/>
          <p:cNvSpPr txBox="1">
            <a:spLocks noGrp="1"/>
          </p:cNvSpPr>
          <p:nvPr>
            <p:ph type="body" sz="quarter" idx="23"/>
          </p:nvPr>
        </p:nvSpPr>
        <p:spPr>
          <a:xfrm>
            <a:off x="9877500" y="7297149"/>
            <a:ext cx="7677000" cy="2277001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4064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800"/>
              <a:buFont typeface="Helvetica"/>
              <a:buChar char="●"/>
              <a:defRPr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558" name="Title Text"/>
          <p:cNvSpPr txBox="1">
            <a:spLocks noGrp="1"/>
          </p:cNvSpPr>
          <p:nvPr>
            <p:ph type="title"/>
          </p:nvPr>
        </p:nvSpPr>
        <p:spPr>
          <a:xfrm>
            <a:off x="733499" y="900050"/>
            <a:ext cx="16369201" cy="1516200"/>
          </a:xfrm>
          <a:prstGeom prst="rect">
            <a:avLst/>
          </a:prstGeom>
        </p:spPr>
        <p:txBody>
          <a:bodyPr lIns="182849" tIns="182849" rIns="182849" bIns="182849"/>
          <a:lstStyle>
            <a:lvl1pPr algn="l">
              <a:buClr>
                <a:srgbClr val="000000"/>
              </a:buClr>
              <a:buSzPts val="6000"/>
              <a:buFont typeface="Arial"/>
              <a:buChar char="●"/>
              <a:defRPr sz="6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5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Title Text"/>
          <p:cNvSpPr txBox="1">
            <a:spLocks noGrp="1"/>
          </p:cNvSpPr>
          <p:nvPr>
            <p:ph type="title"/>
          </p:nvPr>
        </p:nvSpPr>
        <p:spPr>
          <a:xfrm>
            <a:off x="623399" y="890050"/>
            <a:ext cx="17041202" cy="1145401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buClr>
                <a:srgbClr val="000000"/>
              </a:buClr>
              <a:buSzPts val="5600"/>
              <a:buFont typeface="Arial"/>
              <a:buChar char="●"/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567" name="Google Shape;468;p52"/>
          <p:cNvSpPr>
            <a:spLocks noGrp="1"/>
          </p:cNvSpPr>
          <p:nvPr>
            <p:ph type="pic" idx="21"/>
          </p:nvPr>
        </p:nvSpPr>
        <p:spPr>
          <a:xfrm>
            <a:off x="623399" y="2340849"/>
            <a:ext cx="17041202" cy="69858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storybo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3399" y="8160449"/>
            <a:ext cx="8055001" cy="1852201"/>
          </a:xfrm>
          <a:prstGeom prst="rect">
            <a:avLst/>
          </a:prstGeom>
        </p:spPr>
        <p:txBody>
          <a:bodyPr lIns="182849" tIns="182849" rIns="182849" bIns="182849"/>
          <a:lstStyle>
            <a:lvl1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6" name="Google Shape;471;p53"/>
          <p:cNvSpPr>
            <a:spLocks noGrp="1"/>
          </p:cNvSpPr>
          <p:nvPr>
            <p:ph type="pic" sz="half" idx="21"/>
          </p:nvPr>
        </p:nvSpPr>
        <p:spPr>
          <a:xfrm>
            <a:off x="9609649" y="2266600"/>
            <a:ext cx="8055001" cy="47856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77" name="Google Shape;472;p53"/>
          <p:cNvSpPr>
            <a:spLocks noGrp="1"/>
          </p:cNvSpPr>
          <p:nvPr>
            <p:ph type="pic" sz="half" idx="22"/>
          </p:nvPr>
        </p:nvSpPr>
        <p:spPr>
          <a:xfrm>
            <a:off x="623449" y="2266600"/>
            <a:ext cx="8055001" cy="47856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78" name="Google Shape;473;p53"/>
          <p:cNvSpPr txBox="1">
            <a:spLocks noGrp="1"/>
          </p:cNvSpPr>
          <p:nvPr>
            <p:ph type="body" sz="quarter" idx="23"/>
          </p:nvPr>
        </p:nvSpPr>
        <p:spPr>
          <a:xfrm>
            <a:off x="9609649" y="8160449"/>
            <a:ext cx="8055001" cy="1852200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579" name="Title Text"/>
          <p:cNvSpPr txBox="1">
            <a:spLocks noGrp="1"/>
          </p:cNvSpPr>
          <p:nvPr>
            <p:ph type="title"/>
          </p:nvPr>
        </p:nvSpPr>
        <p:spPr>
          <a:xfrm>
            <a:off x="623399" y="890050"/>
            <a:ext cx="17041202" cy="1145401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buClr>
                <a:srgbClr val="000000"/>
              </a:buClr>
              <a:buSzPts val="5600"/>
              <a:buFont typeface="Arial"/>
              <a:buChar char="●"/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5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ree storybo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3399" y="7823399"/>
            <a:ext cx="5254201" cy="2037002"/>
          </a:xfrm>
          <a:prstGeom prst="rect">
            <a:avLst/>
          </a:prstGeom>
        </p:spPr>
        <p:txBody>
          <a:bodyPr lIns="182849" tIns="182849" rIns="182849" bIns="182849"/>
          <a:lstStyle>
            <a:lvl1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■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○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8" name="Google Shape;479;p54"/>
          <p:cNvSpPr>
            <a:spLocks noGrp="1"/>
          </p:cNvSpPr>
          <p:nvPr>
            <p:ph type="pic" sz="quarter" idx="21"/>
          </p:nvPr>
        </p:nvSpPr>
        <p:spPr>
          <a:xfrm>
            <a:off x="12410450" y="2256650"/>
            <a:ext cx="5254201" cy="4546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89" name="Google Shape;480;p54"/>
          <p:cNvSpPr>
            <a:spLocks noGrp="1"/>
          </p:cNvSpPr>
          <p:nvPr>
            <p:ph type="pic" sz="quarter" idx="22"/>
          </p:nvPr>
        </p:nvSpPr>
        <p:spPr>
          <a:xfrm>
            <a:off x="623449" y="2256650"/>
            <a:ext cx="5254201" cy="4546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90" name="Google Shape;481;p54"/>
          <p:cNvSpPr txBox="1">
            <a:spLocks noGrp="1"/>
          </p:cNvSpPr>
          <p:nvPr>
            <p:ph type="body" sz="quarter" idx="23"/>
          </p:nvPr>
        </p:nvSpPr>
        <p:spPr>
          <a:xfrm>
            <a:off x="12410450" y="7823399"/>
            <a:ext cx="5254200" cy="2037002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591" name="Google Shape;482;p54"/>
          <p:cNvSpPr>
            <a:spLocks noGrp="1"/>
          </p:cNvSpPr>
          <p:nvPr>
            <p:ph type="pic" sz="quarter" idx="24"/>
          </p:nvPr>
        </p:nvSpPr>
        <p:spPr>
          <a:xfrm>
            <a:off x="6510500" y="2256650"/>
            <a:ext cx="5254201" cy="4546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92" name="Google Shape;483;p54"/>
          <p:cNvSpPr txBox="1">
            <a:spLocks noGrp="1"/>
          </p:cNvSpPr>
          <p:nvPr>
            <p:ph type="body" sz="quarter" idx="25"/>
          </p:nvPr>
        </p:nvSpPr>
        <p:spPr>
          <a:xfrm>
            <a:off x="6510500" y="7823399"/>
            <a:ext cx="5254200" cy="2037002"/>
          </a:xfrm>
          <a:prstGeom prst="rect">
            <a:avLst/>
          </a:prstGeom>
        </p:spPr>
        <p:txBody>
          <a:bodyPr lIns="182849" tIns="182849" rIns="182849" bIns="182849"/>
          <a:lstStyle/>
          <a:p>
            <a:pPr indent="-381000">
              <a:lnSpc>
                <a:spcPct val="115000"/>
              </a:lnSpc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Char char="●"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pPr>
            <a:endParaRPr/>
          </a:p>
        </p:txBody>
      </p:sp>
      <p:sp>
        <p:nvSpPr>
          <p:cNvPr id="593" name="Title Text"/>
          <p:cNvSpPr txBox="1">
            <a:spLocks noGrp="1"/>
          </p:cNvSpPr>
          <p:nvPr>
            <p:ph type="title"/>
          </p:nvPr>
        </p:nvSpPr>
        <p:spPr>
          <a:xfrm>
            <a:off x="623399" y="890050"/>
            <a:ext cx="17041202" cy="1145401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buClr>
                <a:srgbClr val="000000"/>
              </a:buClr>
              <a:buSzPts val="5600"/>
              <a:buFont typeface="Arial"/>
              <a:buChar char="●"/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5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489;p55"/>
          <p:cNvSpPr>
            <a:spLocks noGrp="1"/>
          </p:cNvSpPr>
          <p:nvPr>
            <p:ph type="pic" idx="21"/>
          </p:nvPr>
        </p:nvSpPr>
        <p:spPr>
          <a:xfrm>
            <a:off x="623399" y="890050"/>
            <a:ext cx="17041202" cy="8436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491;p56"/>
          <p:cNvSpPr>
            <a:spLocks noGrp="1"/>
          </p:cNvSpPr>
          <p:nvPr>
            <p:ph type="pic" sz="quarter" idx="21"/>
          </p:nvPr>
        </p:nvSpPr>
        <p:spPr>
          <a:xfrm>
            <a:off x="6779200" y="237824"/>
            <a:ext cx="3287401" cy="307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0" name="Google Shape;492;p56"/>
          <p:cNvSpPr>
            <a:spLocks noGrp="1"/>
          </p:cNvSpPr>
          <p:nvPr>
            <p:ph type="pic" sz="quarter" idx="22"/>
          </p:nvPr>
        </p:nvSpPr>
        <p:spPr>
          <a:xfrm>
            <a:off x="10391870" y="237824"/>
            <a:ext cx="3287401" cy="307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1" name="Google Shape;493;p56"/>
          <p:cNvSpPr>
            <a:spLocks noGrp="1"/>
          </p:cNvSpPr>
          <p:nvPr>
            <p:ph type="pic" sz="quarter" idx="23"/>
          </p:nvPr>
        </p:nvSpPr>
        <p:spPr>
          <a:xfrm>
            <a:off x="14004540" y="237824"/>
            <a:ext cx="3287401" cy="307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2" name="Google Shape;494;p56"/>
          <p:cNvSpPr>
            <a:spLocks noGrp="1"/>
          </p:cNvSpPr>
          <p:nvPr>
            <p:ph type="pic" sz="quarter" idx="24"/>
          </p:nvPr>
        </p:nvSpPr>
        <p:spPr>
          <a:xfrm>
            <a:off x="6779175" y="3608423"/>
            <a:ext cx="3287401" cy="307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3" name="Google Shape;495;p56"/>
          <p:cNvSpPr>
            <a:spLocks noGrp="1"/>
          </p:cNvSpPr>
          <p:nvPr>
            <p:ph type="pic" sz="quarter" idx="25"/>
          </p:nvPr>
        </p:nvSpPr>
        <p:spPr>
          <a:xfrm>
            <a:off x="10391844" y="3608423"/>
            <a:ext cx="3287401" cy="307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4" name="Google Shape;496;p56"/>
          <p:cNvSpPr>
            <a:spLocks noGrp="1"/>
          </p:cNvSpPr>
          <p:nvPr>
            <p:ph type="pic" sz="quarter" idx="26"/>
          </p:nvPr>
        </p:nvSpPr>
        <p:spPr>
          <a:xfrm>
            <a:off x="14004515" y="3608423"/>
            <a:ext cx="3287401" cy="307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5" name="Title Text"/>
          <p:cNvSpPr txBox="1">
            <a:spLocks noGrp="1"/>
          </p:cNvSpPr>
          <p:nvPr>
            <p:ph type="title"/>
          </p:nvPr>
        </p:nvSpPr>
        <p:spPr>
          <a:xfrm>
            <a:off x="703100" y="890050"/>
            <a:ext cx="5193601" cy="3412800"/>
          </a:xfrm>
          <a:prstGeom prst="rect">
            <a:avLst/>
          </a:prstGeom>
        </p:spPr>
        <p:txBody>
          <a:bodyPr lIns="182849" tIns="182849" rIns="182849" bIns="182849" anchor="t"/>
          <a:lstStyle>
            <a:lvl1pPr algn="l">
              <a:buClr>
                <a:srgbClr val="000000"/>
              </a:buClr>
              <a:buSzPts val="5600"/>
              <a:buFont typeface="Arial"/>
              <a:buChar char="●"/>
              <a:defRPr sz="5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t>Title Text</a:t>
            </a:r>
          </a:p>
        </p:txBody>
      </p:sp>
      <p:sp>
        <p:nvSpPr>
          <p:cNvPr id="616" name="Google Shape;498;p56"/>
          <p:cNvSpPr>
            <a:spLocks noGrp="1"/>
          </p:cNvSpPr>
          <p:nvPr>
            <p:ph type="pic" sz="quarter" idx="27"/>
          </p:nvPr>
        </p:nvSpPr>
        <p:spPr>
          <a:xfrm>
            <a:off x="6779175" y="6978974"/>
            <a:ext cx="3287401" cy="307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7" name="Google Shape;499;p56"/>
          <p:cNvSpPr>
            <a:spLocks noGrp="1"/>
          </p:cNvSpPr>
          <p:nvPr>
            <p:ph type="pic" sz="quarter" idx="28"/>
          </p:nvPr>
        </p:nvSpPr>
        <p:spPr>
          <a:xfrm>
            <a:off x="10391844" y="6978974"/>
            <a:ext cx="3287401" cy="307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8" name="Google Shape;500;p56"/>
          <p:cNvSpPr>
            <a:spLocks noGrp="1"/>
          </p:cNvSpPr>
          <p:nvPr>
            <p:ph type="pic" sz="quarter" idx="29"/>
          </p:nvPr>
        </p:nvSpPr>
        <p:spPr>
          <a:xfrm>
            <a:off x="14004515" y="6978974"/>
            <a:ext cx="3287401" cy="307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4318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2457" marR="0" indent="-464457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498600" marR="0" indent="-5080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421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993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565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137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709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281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506;p57"/>
          <p:cNvSpPr/>
          <p:nvPr/>
        </p:nvSpPr>
        <p:spPr>
          <a:xfrm>
            <a:off x="930727" y="406406"/>
            <a:ext cx="16230601" cy="17245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629" name="Google Shape;507;p57"/>
          <p:cNvSpPr txBox="1"/>
          <p:nvPr/>
        </p:nvSpPr>
        <p:spPr>
          <a:xfrm>
            <a:off x="930727" y="3739883"/>
            <a:ext cx="16230601" cy="404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2500" b="1">
                <a:solidFill>
                  <a:srgbClr val="FF0000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dirty="0"/>
              <a:t>Machine Learning-Based Employee Attrition Prediction Using Ensemble Learning and Data Analytics</a:t>
            </a:r>
          </a:p>
        </p:txBody>
      </p:sp>
      <p:sp>
        <p:nvSpPr>
          <p:cNvPr id="630" name="Google Shape;508;p57"/>
          <p:cNvSpPr txBox="1"/>
          <p:nvPr/>
        </p:nvSpPr>
        <p:spPr>
          <a:xfrm>
            <a:off x="1097543" y="2782995"/>
            <a:ext cx="15896969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2000" b="1" i="1">
                <a:solidFill/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7CSD</a:t>
            </a:r>
            <a:r>
              <a:rPr sz="2800"/>
              <a:t> </a:t>
            </a:r>
            <a:r>
              <a:t>Major Project Phase-1  Presentation </a:t>
            </a:r>
          </a:p>
          <a:p>
            <a:pPr algn="ctr">
              <a:defRPr sz="2000" b="1" i="1">
                <a:solidFill/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Academic Year 2026-27 </a:t>
            </a:r>
          </a:p>
        </p:txBody>
      </p:sp>
      <p:sp>
        <p:nvSpPr>
          <p:cNvPr id="631" name="Google Shape;509;p57"/>
          <p:cNvSpPr txBox="1"/>
          <p:nvPr/>
        </p:nvSpPr>
        <p:spPr>
          <a:xfrm>
            <a:off x="6036127" y="4762487"/>
            <a:ext cx="6019801" cy="1863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sz="2000" dirty="0"/>
              <a:t>Team 6</a:t>
            </a:r>
          </a:p>
          <a:p>
            <a:pPr lvl="1" algn="ctr">
              <a:defRPr sz="2000" b="1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br>
              <a:rPr sz="1800" dirty="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Abdul Waasay (B23DS027)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lvl="1" algn="ctr">
              <a:lnSpc>
                <a:spcPct val="115000"/>
              </a:lnSpc>
              <a:defRPr sz="1600" b="1">
                <a:solidFill/>
                <a:latin typeface="Calibri"/>
                <a:ea typeface="Calibri"/>
                <a:cs typeface="Calibri"/>
                <a:sym typeface="Calibri"/>
              </a:defRPr>
            </a:pPr>
            <a:r>
              <a:rPr dirty="0" err="1"/>
              <a:t>Marupakula</a:t>
            </a:r>
            <a:r>
              <a:rPr dirty="0"/>
              <a:t> Jashwanth Goud (B23DS034)</a:t>
            </a:r>
          </a:p>
          <a:p>
            <a:pPr lvl="1" algn="ctr">
              <a:lnSpc>
                <a:spcPct val="115000"/>
              </a:lnSpc>
              <a:spcBef>
                <a:spcPts val="600"/>
              </a:spcBef>
              <a:defRPr sz="1600" b="1">
                <a:solidFill/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Pendyala Praneeth Reddy (B23DS050)</a:t>
            </a:r>
          </a:p>
          <a:p>
            <a:pPr lvl="1" algn="ctr">
              <a:lnSpc>
                <a:spcPct val="115000"/>
              </a:lnSpc>
              <a:spcBef>
                <a:spcPts val="600"/>
              </a:spcBef>
              <a:defRPr sz="1600" b="1">
                <a:solidFill/>
                <a:latin typeface="Calibri"/>
                <a:ea typeface="Calibri"/>
                <a:cs typeface="Calibri"/>
                <a:sym typeface="Calibri"/>
              </a:defRPr>
            </a:pPr>
            <a:r>
              <a:rPr dirty="0" err="1"/>
              <a:t>Veerabathini</a:t>
            </a:r>
            <a:r>
              <a:rPr dirty="0"/>
              <a:t> Manish	(B23DS060)</a:t>
            </a:r>
          </a:p>
        </p:txBody>
      </p:sp>
      <p:sp>
        <p:nvSpPr>
          <p:cNvPr id="632" name="Google Shape;510;p57"/>
          <p:cNvSpPr txBox="1"/>
          <p:nvPr/>
        </p:nvSpPr>
        <p:spPr>
          <a:xfrm>
            <a:off x="2605044" y="2130906"/>
            <a:ext cx="1288196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85000"/>
              </a:lnSpc>
              <a:defRPr sz="2800" b="1">
                <a:solidFill>
                  <a:srgbClr val="2D2D2D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>
              <a:defRPr>
                <a:solidFill/>
              </a:defRPr>
            </a:pPr>
            <a:r>
              <a:t>Department of Computer Science &amp; Engineering (AI &amp; ML)</a:t>
            </a:r>
          </a:p>
        </p:txBody>
      </p:sp>
      <p:sp>
        <p:nvSpPr>
          <p:cNvPr id="633" name="Google Shape;511;p57"/>
          <p:cNvSpPr txBox="1"/>
          <p:nvPr/>
        </p:nvSpPr>
        <p:spPr>
          <a:xfrm>
            <a:off x="8386602" y="4347676"/>
            <a:ext cx="1318851" cy="333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1800"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solidFill/>
              </a:defRPr>
            </a:pPr>
            <a:r>
              <a:rPr dirty="0"/>
              <a:t>Presented by</a:t>
            </a:r>
          </a:p>
        </p:txBody>
      </p:sp>
      <p:graphicFrame>
        <p:nvGraphicFramePr>
          <p:cNvPr id="634" name="Google Shape;512;p57"/>
          <p:cNvGraphicFramePr/>
          <p:nvPr>
            <p:extLst>
              <p:ext uri="{D42A27DB-BD31-4B8C-83A1-F6EECF244321}">
                <p14:modId xmlns:p14="http://schemas.microsoft.com/office/powerpoint/2010/main" val="1284601009"/>
              </p:ext>
            </p:extLst>
          </p:nvPr>
        </p:nvGraphicFramePr>
        <p:xfrm>
          <a:off x="2721440" y="7069101"/>
          <a:ext cx="12649175" cy="1415775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99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15775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A35"/>
                          </a:solidFill>
                          <a:sym typeface="Arial"/>
                        </a:defRPr>
                      </a:pPr>
                      <a:r>
                        <a:t>Supervisor</a:t>
                      </a:r>
                      <a:endParaRPr sz="3200"/>
                    </a:p>
                    <a:p>
                      <a:pPr algn="ctr">
                        <a:defRPr sz="2000">
                          <a:solidFill>
                            <a:srgbClr val="202A35"/>
                          </a:solidFill>
                          <a:sym typeface="Arial"/>
                        </a:defRPr>
                      </a:pPr>
                      <a:r>
                        <a:t>Dr. B. Hanumanthu</a:t>
                      </a:r>
                      <a:endParaRPr sz="3200">
                        <a:solidFill>
                          <a:srgbClr val="FF0000"/>
                        </a:solidFill>
                      </a:endParaRPr>
                    </a:p>
                    <a:p>
                      <a:pPr algn="ctr">
                        <a:defRPr sz="2000">
                          <a:solidFill>
                            <a:srgbClr val="202A35"/>
                          </a:solidFill>
                          <a:sym typeface="Arial"/>
                        </a:defRPr>
                      </a:pPr>
                      <a:r>
                        <a:t>Assistant professor</a:t>
                      </a:r>
                      <a:endParaRPr sz="3200">
                        <a:solidFill>
                          <a:srgbClr val="FF0000"/>
                        </a:solidFill>
                      </a:endParaRPr>
                    </a:p>
                    <a:p>
                      <a:pPr algn="ctr">
                        <a:defRPr sz="2000">
                          <a:solidFill>
                            <a:srgbClr val="202A35"/>
                          </a:solidFill>
                          <a:sym typeface="Arial"/>
                        </a:defRPr>
                      </a:pPr>
                      <a:r>
                        <a:t>Dept. of CSE (AI&amp;ML)</a:t>
                      </a:r>
                    </a:p>
                  </a:txBody>
                  <a:tcPr marL="45725" marR="45725" marT="45725" marB="45725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A35"/>
                          </a:solidFill>
                          <a:sym typeface="Arial"/>
                        </a:defRPr>
                      </a:pPr>
                      <a:r>
                        <a:t>Coordinator</a:t>
                      </a:r>
                      <a:endParaRPr sz="3200"/>
                    </a:p>
                    <a:p>
                      <a:pPr algn="ctr">
                        <a:defRPr sz="2000">
                          <a:solidFill>
                            <a:srgbClr val="202A35"/>
                          </a:solidFill>
                          <a:sym typeface="Arial"/>
                        </a:defRPr>
                      </a:pPr>
                      <a:r>
                        <a:t>Dr. M. Sujatha</a:t>
                      </a:r>
                      <a:endParaRPr sz="3200"/>
                    </a:p>
                    <a:p>
                      <a:pPr algn="ctr">
                        <a:defRPr sz="2000">
                          <a:solidFill>
                            <a:srgbClr val="202A35"/>
                          </a:solidFill>
                          <a:sym typeface="Arial"/>
                        </a:defRPr>
                      </a:pPr>
                      <a:r>
                        <a:t>Assistant professor</a:t>
                      </a:r>
                      <a:endParaRPr sz="3200"/>
                    </a:p>
                    <a:p>
                      <a:pPr algn="ctr">
                        <a:defRPr sz="2000">
                          <a:solidFill>
                            <a:srgbClr val="202A35"/>
                          </a:solidFill>
                          <a:sym typeface="Arial"/>
                        </a:defRPr>
                      </a:pPr>
                      <a:r>
                        <a:t>Dept. of CSE (AI&amp;ML)</a:t>
                      </a:r>
                    </a:p>
                  </a:txBody>
                  <a:tcPr marL="45725" marR="45725" marT="45725" marB="45725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02A35"/>
                          </a:solidFill>
                        </a:defRPr>
                      </a:pPr>
                      <a:r>
                        <a:rPr lang="en-US" sz="2000" b="1" dirty="0">
                          <a:sym typeface="Arial"/>
                        </a:rPr>
                        <a:t>UG Major </a:t>
                      </a:r>
                      <a:r>
                        <a:rPr lang="en-US" sz="2000" b="1" dirty="0" err="1">
                          <a:sym typeface="Arial"/>
                        </a:rPr>
                        <a:t>projectConvenor</a:t>
                      </a:r>
                      <a:r>
                        <a:rPr lang="en-US" sz="2000" b="1" dirty="0">
                          <a:sym typeface="Arial"/>
                        </a:rPr>
                        <a:t>
K. Vinay Kumar
Assistant Professor
Dept. of CSE(AI&amp;ML)</a:t>
                      </a:r>
                      <a:endParaRPr sz="2000" b="1" dirty="0">
                        <a:sym typeface="Arial"/>
                      </a:endParaRPr>
                    </a:p>
                  </a:txBody>
                  <a:tcPr marL="45725" marR="45725" marT="45725" marB="45725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02A35"/>
                          </a:solidFill>
                        </a:defRPr>
                      </a:pPr>
                      <a:r>
                        <a:rPr lang="en-US" sz="2000" b="1" dirty="0">
                          <a:sym typeface="Arial"/>
                        </a:rPr>
                        <a:t>Head of the Department
Dr. A. </a:t>
                      </a:r>
                      <a:r>
                        <a:rPr lang="en-US" sz="2000" b="1" dirty="0" err="1">
                          <a:sym typeface="Arial"/>
                        </a:rPr>
                        <a:t>Jothi</a:t>
                      </a:r>
                      <a:r>
                        <a:rPr lang="en-US" sz="2000" b="1" dirty="0">
                          <a:sym typeface="Arial"/>
                        </a:rPr>
                        <a:t> </a:t>
                      </a:r>
                      <a:r>
                        <a:rPr lang="en-US" sz="2000" b="1" dirty="0" err="1">
                          <a:sym typeface="Arial"/>
                        </a:rPr>
                        <a:t>Prabha</a:t>
                      </a:r>
                      <a:r>
                        <a:rPr lang="en-US" sz="2000" b="1" dirty="0">
                          <a:sym typeface="Arial"/>
                        </a:rPr>
                        <a:t>
Associate Professor 
Dept. of CSE (AI &amp;ML)</a:t>
                      </a:r>
                      <a:endParaRPr sz="2000" b="1" dirty="0">
                        <a:sym typeface="Arial"/>
                      </a:endParaRPr>
                    </a:p>
                  </a:txBody>
                  <a:tcPr marL="45725" marR="45725" marT="45725" marB="45725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517;p58"/>
          <p:cNvSpPr txBox="1"/>
          <p:nvPr/>
        </p:nvSpPr>
        <p:spPr>
          <a:xfrm>
            <a:off x="6781800" y="1277707"/>
            <a:ext cx="4045506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40000"/>
              </a:lnSpc>
              <a:defRPr sz="3000" b="1"/>
            </a:lvl1pPr>
          </a:lstStyle>
          <a:p>
            <a:pPr>
              <a:defRPr>
                <a:solidFill>
                  <a:srgbClr val="003366"/>
                </a:solidFill>
              </a:defRPr>
            </a:pPr>
            <a:r>
              <a:t>Contents</a:t>
            </a:r>
          </a:p>
        </p:txBody>
      </p:sp>
      <p:sp>
        <p:nvSpPr>
          <p:cNvPr id="637" name="TextBox 518"/>
          <p:cNvSpPr txBox="1"/>
          <p:nvPr/>
        </p:nvSpPr>
        <p:spPr>
          <a:xfrm>
            <a:off x="3226712" y="2490585"/>
            <a:ext cx="11155681" cy="5958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01  Abstract</a:t>
            </a:r>
          </a:p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02  Introduction</a:t>
            </a:r>
          </a:p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03  Problem Statement</a:t>
            </a:r>
          </a:p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04  Objectives &amp; Expected Outcomes</a:t>
            </a:r>
          </a:p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05  Literature Review</a:t>
            </a:r>
          </a:p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06  Methodology</a:t>
            </a:r>
          </a:p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07  Existing System – Open Issues and Challenges</a:t>
            </a:r>
          </a:p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08  Proposed System – Advantages and Limitations</a:t>
            </a:r>
          </a:p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09  Novelty of the Project</a:t>
            </a:r>
          </a:p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10  Work to be Shown in the Next Presentation</a:t>
            </a:r>
          </a:p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11  Major Project Schedule – Gantt Chart</a:t>
            </a:r>
          </a:p>
          <a:p>
            <a:pPr>
              <a:lnSpc>
                <a:spcPct val="115000"/>
              </a:lnSpc>
              <a:defRPr sz="2200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12  References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524;p59"/>
          <p:cNvSpPr txBox="1"/>
          <p:nvPr/>
        </p:nvSpPr>
        <p:spPr>
          <a:xfrm>
            <a:off x="6356555" y="604684"/>
            <a:ext cx="5073445" cy="867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ct val="140000"/>
              </a:lnSpc>
              <a:defRPr sz="30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rPr sz="4400" dirty="0"/>
              <a:t>Abstract</a:t>
            </a:r>
          </a:p>
        </p:txBody>
      </p:sp>
      <p:sp>
        <p:nvSpPr>
          <p:cNvPr id="640" name="Rounded Rectangle 524"/>
          <p:cNvSpPr/>
          <p:nvPr/>
        </p:nvSpPr>
        <p:spPr>
          <a:xfrm>
            <a:off x="1135626" y="2566219"/>
            <a:ext cx="6703879" cy="542740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1" name="Rectangle 525"/>
          <p:cNvSpPr/>
          <p:nvPr/>
        </p:nvSpPr>
        <p:spPr>
          <a:xfrm>
            <a:off x="1300069" y="3755028"/>
            <a:ext cx="73153" cy="3383281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2" name="TextBox 526"/>
          <p:cNvSpPr txBox="1"/>
          <p:nvPr/>
        </p:nvSpPr>
        <p:spPr>
          <a:xfrm>
            <a:off x="1567900" y="2698954"/>
            <a:ext cx="2576397" cy="674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3600" dirty="0"/>
              <a:t>Study focus</a:t>
            </a:r>
          </a:p>
        </p:txBody>
      </p:sp>
      <p:sp>
        <p:nvSpPr>
          <p:cNvPr id="643" name="TextBox 527"/>
          <p:cNvSpPr txBox="1"/>
          <p:nvPr/>
        </p:nvSpPr>
        <p:spPr>
          <a:xfrm>
            <a:off x="1547548" y="3596335"/>
            <a:ext cx="5358385" cy="3949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9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• Predict employee attrition using machine learning on HR data.</a:t>
            </a:r>
            <a:endParaRPr lang="en-US" sz="2800" dirty="0"/>
          </a:p>
          <a:p>
            <a:pPr>
              <a:spcBef>
                <a:spcPts val="800"/>
              </a:spcBef>
              <a:defRPr sz="19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endParaRPr sz="2800" dirty="0"/>
          </a:p>
          <a:p>
            <a:pPr>
              <a:spcBef>
                <a:spcPts val="800"/>
              </a:spcBef>
              <a:defRPr sz="19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• Compare multiple classifiers and select the strongest model.</a:t>
            </a:r>
            <a:endParaRPr lang="en-US" sz="2800" dirty="0"/>
          </a:p>
          <a:p>
            <a:pPr>
              <a:spcBef>
                <a:spcPts val="800"/>
              </a:spcBef>
              <a:defRPr sz="19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endParaRPr sz="2800" dirty="0"/>
          </a:p>
          <a:p>
            <a:pPr>
              <a:spcBef>
                <a:spcPts val="800"/>
              </a:spcBef>
              <a:defRPr sz="19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•</a:t>
            </a:r>
            <a:r>
              <a:rPr lang="en-US" sz="2800" dirty="0"/>
              <a:t> Explain the main reasons behind employee departures.</a:t>
            </a:r>
            <a:endParaRPr sz="2800" dirty="0"/>
          </a:p>
        </p:txBody>
      </p:sp>
      <p:sp>
        <p:nvSpPr>
          <p:cNvPr id="644" name="Rounded Rectangle 528"/>
          <p:cNvSpPr/>
          <p:nvPr/>
        </p:nvSpPr>
        <p:spPr>
          <a:xfrm>
            <a:off x="7932419" y="2604654"/>
            <a:ext cx="9352691" cy="540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5" name="Rectangle 529"/>
          <p:cNvSpPr/>
          <p:nvPr/>
        </p:nvSpPr>
        <p:spPr>
          <a:xfrm>
            <a:off x="8079903" y="3651790"/>
            <a:ext cx="73153" cy="3383281"/>
          </a:xfrm>
          <a:prstGeom prst="rect">
            <a:avLst/>
          </a:prstGeom>
          <a:solidFill>
            <a:srgbClr val="2B5D8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6" name="TextBox 530"/>
          <p:cNvSpPr txBox="1"/>
          <p:nvPr/>
        </p:nvSpPr>
        <p:spPr>
          <a:xfrm>
            <a:off x="8303489" y="2743878"/>
            <a:ext cx="7973569" cy="674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3600" dirty="0">
                <a:solidFill>
                  <a:srgbClr val="002060"/>
                </a:solidFill>
              </a:rPr>
              <a:t>Key evidence from the base paper</a:t>
            </a:r>
          </a:p>
        </p:txBody>
      </p:sp>
      <p:sp>
        <p:nvSpPr>
          <p:cNvPr id="647" name="TextBox 531"/>
          <p:cNvSpPr txBox="1"/>
          <p:nvPr/>
        </p:nvSpPr>
        <p:spPr>
          <a:xfrm>
            <a:off x="8303342" y="3510116"/>
            <a:ext cx="7875639" cy="44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spcBef>
                <a:spcPts val="800"/>
              </a:spcBef>
              <a:defRPr sz="19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• Dataset: 5,767 employee observations; 309 voluntary resignations (5.4%).</a:t>
            </a:r>
            <a:endParaRPr lang="en-US" sz="2800" dirty="0"/>
          </a:p>
          <a:p>
            <a:pPr>
              <a:spcBef>
                <a:spcPts val="800"/>
              </a:spcBef>
              <a:defRPr sz="19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endParaRPr sz="2800" dirty="0"/>
          </a:p>
          <a:p>
            <a:pPr>
              <a:spcBef>
                <a:spcPts val="800"/>
              </a:spcBef>
              <a:defRPr sz="19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• 27 features were mapped; 14 were used for the final analysis.</a:t>
            </a:r>
            <a:endParaRPr lang="en-US" sz="2800" dirty="0"/>
          </a:p>
          <a:p>
            <a:pPr>
              <a:spcBef>
                <a:spcPts val="800"/>
              </a:spcBef>
              <a:defRPr sz="19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endParaRPr sz="2800" dirty="0"/>
          </a:p>
          <a:p>
            <a:pPr>
              <a:spcBef>
                <a:spcPts val="800"/>
              </a:spcBef>
              <a:defRPr sz="19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800" dirty="0"/>
              <a:t>• Random Forest with an 80:20 split achieved AUC 99.9% and accuracy 94.7%.</a:t>
            </a:r>
            <a:endParaRPr lang="en-US" sz="2800" dirty="0"/>
          </a:p>
          <a:p>
            <a:pPr>
              <a:spcBef>
                <a:spcPts val="800"/>
              </a:spcBef>
              <a:defRPr sz="19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endParaRPr sz="280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529;p60"/>
          <p:cNvSpPr txBox="1"/>
          <p:nvPr/>
        </p:nvSpPr>
        <p:spPr>
          <a:xfrm>
            <a:off x="5159692" y="610651"/>
            <a:ext cx="7968616" cy="946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40000"/>
              </a:lnSpc>
              <a:defRPr sz="30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rPr sz="4800" dirty="0"/>
              <a:t>Introduction</a:t>
            </a:r>
          </a:p>
        </p:txBody>
      </p:sp>
      <p:sp>
        <p:nvSpPr>
          <p:cNvPr id="651" name="TextBox 529"/>
          <p:cNvSpPr txBox="1"/>
          <p:nvPr/>
        </p:nvSpPr>
        <p:spPr>
          <a:xfrm>
            <a:off x="2047862" y="2317614"/>
            <a:ext cx="6096607" cy="48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2400" dirty="0"/>
              <a:t>WHY EMPLOYEE ATTRITION MATTERS</a:t>
            </a:r>
          </a:p>
        </p:txBody>
      </p:sp>
      <p:sp>
        <p:nvSpPr>
          <p:cNvPr id="652" name="TextBox 530"/>
          <p:cNvSpPr txBox="1"/>
          <p:nvPr/>
        </p:nvSpPr>
        <p:spPr>
          <a:xfrm>
            <a:off x="1489587" y="3619940"/>
            <a:ext cx="7561177" cy="3046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Financial Loss:</a:t>
            </a:r>
            <a:r>
              <a:rPr lang="en-US" sz="2400" dirty="0"/>
              <a:t> High recruitment and onboarding costs.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Operational Impact:</a:t>
            </a:r>
            <a:r>
              <a:rPr lang="en-US" sz="2400" dirty="0"/>
              <a:t> Lost skills, lower morale, and reduced productivity.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Data-Driven Need:</a:t>
            </a:r>
            <a:r>
              <a:rPr lang="en-US" sz="2400" dirty="0"/>
              <a:t> Moves HR from reactive exit interviews to proactive retention.</a:t>
            </a:r>
          </a:p>
        </p:txBody>
      </p:sp>
      <p:sp>
        <p:nvSpPr>
          <p:cNvPr id="653" name="Rounded Rectangle 531"/>
          <p:cNvSpPr/>
          <p:nvPr/>
        </p:nvSpPr>
        <p:spPr>
          <a:xfrm>
            <a:off x="9266974" y="2521975"/>
            <a:ext cx="6766561" cy="457199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54" name="Rectangle 532"/>
          <p:cNvSpPr/>
          <p:nvPr/>
        </p:nvSpPr>
        <p:spPr>
          <a:xfrm>
            <a:off x="9320980" y="3421626"/>
            <a:ext cx="176981" cy="2374491"/>
          </a:xfrm>
          <a:prstGeom prst="rect">
            <a:avLst/>
          </a:prstGeom>
          <a:solidFill>
            <a:srgbClr val="2B5D8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5" name="TextBox 533"/>
          <p:cNvSpPr txBox="1"/>
          <p:nvPr/>
        </p:nvSpPr>
        <p:spPr>
          <a:xfrm>
            <a:off x="9593799" y="2748902"/>
            <a:ext cx="6510529" cy="48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2400" dirty="0"/>
              <a:t>From HR intuition to analytics</a:t>
            </a:r>
          </a:p>
        </p:txBody>
      </p:sp>
      <p:sp>
        <p:nvSpPr>
          <p:cNvPr id="656" name="TextBox 534"/>
          <p:cNvSpPr txBox="1"/>
          <p:nvPr/>
        </p:nvSpPr>
        <p:spPr>
          <a:xfrm>
            <a:off x="9647188" y="3247397"/>
            <a:ext cx="6455665" cy="341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Rich HR Data:</a:t>
            </a:r>
            <a:r>
              <a:rPr lang="en-US" sz="2400" dirty="0"/>
              <a:t> Enterprise records enable proactive predictive modeling.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Early Detection:</a:t>
            </a:r>
            <a:r>
              <a:rPr lang="en-US" sz="2400" dirty="0"/>
              <a:t> ML flags employees at high flight risk before they resign.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Actionable Insights:</a:t>
            </a:r>
            <a:r>
              <a:rPr lang="en-US" sz="2400" dirty="0"/>
              <a:t> Predictions alone aren't enough—HR needs clear reasons to intervene.</a:t>
            </a:r>
          </a:p>
        </p:txBody>
      </p:sp>
      <p:sp>
        <p:nvSpPr>
          <p:cNvPr id="657" name="TextBox 535"/>
          <p:cNvSpPr txBox="1"/>
          <p:nvPr/>
        </p:nvSpPr>
        <p:spPr>
          <a:xfrm>
            <a:off x="9657807" y="7304089"/>
            <a:ext cx="6309361" cy="874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20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2400" dirty="0"/>
              <a:t>The project therefore combines prediction + explanation + data-driven retention insights.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534;p61"/>
          <p:cNvSpPr txBox="1"/>
          <p:nvPr/>
        </p:nvSpPr>
        <p:spPr>
          <a:xfrm>
            <a:off x="5230189" y="522033"/>
            <a:ext cx="7968616" cy="946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40000"/>
              </a:lnSpc>
              <a:defRPr sz="30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rPr sz="4800" dirty="0"/>
              <a:t>Problem Statement</a:t>
            </a:r>
          </a:p>
        </p:txBody>
      </p:sp>
      <p:sp>
        <p:nvSpPr>
          <p:cNvPr id="660" name="Rounded Rectangle 534"/>
          <p:cNvSpPr/>
          <p:nvPr/>
        </p:nvSpPr>
        <p:spPr>
          <a:xfrm>
            <a:off x="2057400" y="2439323"/>
            <a:ext cx="6949441" cy="49938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1" name="Rectangle 535"/>
          <p:cNvSpPr/>
          <p:nvPr/>
        </p:nvSpPr>
        <p:spPr>
          <a:xfrm>
            <a:off x="2101645" y="3701845"/>
            <a:ext cx="125361" cy="2418736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2" name="TextBox 536"/>
          <p:cNvSpPr txBox="1"/>
          <p:nvPr/>
        </p:nvSpPr>
        <p:spPr>
          <a:xfrm>
            <a:off x="2575955" y="2681787"/>
            <a:ext cx="3795350" cy="48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2400" dirty="0"/>
              <a:t>Prediction challenge</a:t>
            </a:r>
          </a:p>
        </p:txBody>
      </p:sp>
      <p:sp>
        <p:nvSpPr>
          <p:cNvPr id="663" name="TextBox 537"/>
          <p:cNvSpPr txBox="1"/>
          <p:nvPr/>
        </p:nvSpPr>
        <p:spPr>
          <a:xfrm>
            <a:off x="2182761" y="3578487"/>
            <a:ext cx="6672169" cy="3046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Many causes:</a:t>
            </a:r>
            <a:r>
              <a:rPr lang="en-US" sz="2400" dirty="0"/>
              <a:t> People leave due to pay, stress, or bad management.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Unequal data:</a:t>
            </a:r>
            <a:r>
              <a:rPr lang="en-US" sz="2400" dirty="0"/>
              <a:t> Very few employees leave (~5%), while most stay (95%).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Smart guessing risk:</a:t>
            </a:r>
            <a:r>
              <a:rPr lang="en-US" sz="2400" dirty="0"/>
              <a:t> Models can just guess "Stay" for everyone and miss real risks.</a:t>
            </a:r>
          </a:p>
        </p:txBody>
      </p:sp>
      <p:sp>
        <p:nvSpPr>
          <p:cNvPr id="664" name="Rounded Rectangle 538"/>
          <p:cNvSpPr/>
          <p:nvPr/>
        </p:nvSpPr>
        <p:spPr>
          <a:xfrm>
            <a:off x="9281159" y="2439323"/>
            <a:ext cx="6949441" cy="508235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5" name="Rectangle 539"/>
          <p:cNvSpPr/>
          <p:nvPr/>
        </p:nvSpPr>
        <p:spPr>
          <a:xfrm>
            <a:off x="9379974" y="3265233"/>
            <a:ext cx="166067" cy="3246121"/>
          </a:xfrm>
          <a:prstGeom prst="rect">
            <a:avLst/>
          </a:prstGeom>
          <a:solidFill>
            <a:srgbClr val="2B5D8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6" name="TextBox 540"/>
          <p:cNvSpPr txBox="1"/>
          <p:nvPr/>
        </p:nvSpPr>
        <p:spPr>
          <a:xfrm>
            <a:off x="9755468" y="2563799"/>
            <a:ext cx="4270248" cy="48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sz="2400" dirty="0"/>
              <a:t>Interpretation challenge</a:t>
            </a:r>
          </a:p>
        </p:txBody>
      </p:sp>
      <p:sp>
        <p:nvSpPr>
          <p:cNvPr id="667" name="TextBox 541"/>
          <p:cNvSpPr txBox="1"/>
          <p:nvPr/>
        </p:nvSpPr>
        <p:spPr>
          <a:xfrm>
            <a:off x="9556956" y="3106541"/>
            <a:ext cx="6548284" cy="4154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No Direction:</a:t>
            </a:r>
            <a:r>
              <a:rPr lang="en-US" sz="2400" dirty="0"/>
              <a:t> Feature ranking shows </a:t>
            </a:r>
            <a:r>
              <a:rPr lang="en-US" sz="2400" i="1" dirty="0"/>
              <a:t>what</a:t>
            </a:r>
            <a:r>
              <a:rPr lang="en-US" sz="2400" dirty="0"/>
              <a:t> matters, but not if it increases or decreases churn.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Black-Box Models:</a:t>
            </a:r>
            <a:r>
              <a:rPr lang="en-US" sz="2400" dirty="0"/>
              <a:t> Complex ensemble models are hard for non-technical HR managers to trust.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Flawed Decisions:</a:t>
            </a:r>
            <a:r>
              <a:rPr lang="en-US" sz="2400" dirty="0"/>
              <a:t> Without clear explanations, HR might apply the wrong retention strategies.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539;p62"/>
          <p:cNvSpPr txBox="1"/>
          <p:nvPr/>
        </p:nvSpPr>
        <p:spPr>
          <a:xfrm>
            <a:off x="1135626" y="2566219"/>
            <a:ext cx="6703879" cy="6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40007"/>
              </a:lnSpc>
              <a:defRPr sz="2800" b="1">
                <a:solidFill>
                  <a:srgbClr val="00336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>
              <a:defRPr b="1" sz="2000">
                <a:solidFill>
                  <a:srgbClr val="003366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671" name="Google Shape;540;p62"/>
          <p:cNvSpPr txBox="1"/>
          <p:nvPr/>
        </p:nvSpPr>
        <p:spPr>
          <a:xfrm>
            <a:off x="8303489" y="2566219"/>
            <a:ext cx="8800000" cy="6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40007"/>
              </a:lnSpc>
              <a:defRPr sz="2400" b="1">
                <a:solidFill>
                  <a:srgbClr val="00336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>
              <a:defRPr b="1" sz="2000">
                <a:solidFill>
                  <a:srgbClr val="003366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672" name="TextBox 540"/>
          <p:cNvSpPr txBox="1"/>
          <p:nvPr/>
        </p:nvSpPr>
        <p:spPr>
          <a:xfrm>
            <a:off x="1135626" y="3300000"/>
            <a:ext cx="6703879" cy="46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dirty="0"/>
              <a:t>• Study employee-level factors associated with attrition.</a:t>
            </a:r>
          </a:p>
          <a:p>
            <a:pPr>
              <a:spcBef>
                <a:spcPts val="800"/>
              </a:spcBef>
              <a:defRPr sz="14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dirty="0"/>
              <a:t>• Preprocess HR data and handle class imbalance.</a:t>
            </a:r>
          </a:p>
          <a:p>
            <a:pPr>
              <a:spcBef>
                <a:spcPts val="800"/>
              </a:spcBef>
              <a:defRPr sz="14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dirty="0"/>
              <a:t>• Compare Naïve Bayes, Logistic Regression, Decision Tree and Random Forest.</a:t>
            </a:r>
          </a:p>
          <a:p>
            <a:pPr>
              <a:spcBef>
                <a:spcPts val="800"/>
              </a:spcBef>
              <a:defRPr sz="14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dirty="0"/>
              <a:t>• Select the best-performing classifier using AUC, sensitivity, specificity and accuracy.</a:t>
            </a:r>
          </a:p>
          <a:p>
            <a:pPr>
              <a:spcBef>
                <a:spcPts val="800"/>
              </a:spcBef>
              <a:defRPr sz="14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dirty="0"/>
              <a:t>• Apply SHAP to quantify feature contribution and direction.</a:t>
            </a:r>
          </a:p>
        </p:txBody>
      </p:sp>
      <p:sp>
        <p:nvSpPr>
          <p:cNvPr id="673" name="TextBox 541"/>
          <p:cNvSpPr txBox="1"/>
          <p:nvPr/>
        </p:nvSpPr>
        <p:spPr>
          <a:xfrm>
            <a:off x="8303489" y="3300000"/>
            <a:ext cx="8800000" cy="46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 robust attrition-prediction model for identifying higher-risk employee groups.</a:t>
            </a:r>
          </a:p>
          <a:p>
            <a:pPr>
              <a:spcBef>
                <a:spcPts val="800"/>
              </a:spcBef>
              <a:defRPr sz="14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Ranked drivers of attrition, with directional interpretation.</a:t>
            </a:r>
          </a:p>
          <a:p>
            <a:pPr>
              <a:spcBef>
                <a:spcPts val="800"/>
              </a:spcBef>
              <a:defRPr sz="14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Individual-level insights that can guide targeted retention interventions.</a:t>
            </a:r>
          </a:p>
          <a:p>
            <a:pPr>
              <a:spcBef>
                <a:spcPts val="800"/>
              </a:spcBef>
              <a:defRPr sz="14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 data-driven framework that supports, rather than replaces, HR judgement.</a:t>
            </a:r>
          </a:p>
        </p:txBody>
      </p:sp>
      <p:sp>
        <p:nvSpPr>
          <p:cNvPr id="674" name="TextBox 542"/>
          <p:cNvSpPr txBox="1"/>
          <p:nvPr/>
        </p:nvSpPr>
        <p:spPr>
          <a:xfrm>
            <a:off x="4421267" y="756087"/>
            <a:ext cx="992515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3000" b="1">
                <a:solidFill>
                  <a:srgbClr val="141414"/>
                </a:solidFill>
              </a:defRPr>
            </a:lvl1pPr>
          </a:lstStyle>
          <a:p>
            <a:r>
              <a:rPr sz="4800" dirty="0"/>
              <a:t>Objectives &amp; Expected Outcomes</a:t>
            </a:r>
          </a:p>
        </p:txBody>
      </p:sp>
      <p:grpSp>
        <p:nvGrpSpPr>
          <p:cNvPr id="677" name="Rounded Rectangle 543"/>
          <p:cNvGrpSpPr/>
          <p:nvPr/>
        </p:nvGrpSpPr>
        <p:grpSpPr>
          <a:xfrm>
            <a:off x="659567" y="3102964"/>
            <a:ext cx="8370133" cy="6071016"/>
            <a:chOff x="0" y="0"/>
            <a:chExt cx="5486400" cy="4160521"/>
          </a:xfrm>
        </p:grpSpPr>
        <p:sp>
          <p:nvSpPr>
            <p:cNvPr id="675" name="Rounded Rectangle"/>
            <p:cNvSpPr/>
            <p:nvPr/>
          </p:nvSpPr>
          <p:spPr>
            <a:xfrm>
              <a:off x="0" y="0"/>
              <a:ext cx="5486400" cy="4160521"/>
            </a:xfrm>
            <a:prstGeom prst="roundRect">
              <a:avLst>
                <a:gd name="adj" fmla="val 16667"/>
              </a:avLst>
            </a:prstGeom>
            <a:solidFill>
              <a:srgbClr val="FAFCFF"/>
            </a:solidFill>
            <a:ln w="19050" cap="flat">
              <a:solidFill>
                <a:srgbClr val="1B569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500"/>
                </a:spcBef>
                <a:defRPr sz="1800">
                  <a:solidFill>
                    <a:srgbClr val="232323"/>
                  </a:solidFill>
                </a:defRPr>
              </a:pPr>
              <a:endParaRPr dirty="0"/>
            </a:p>
          </p:txBody>
        </p:sp>
        <p:sp>
          <p:nvSpPr>
            <p:cNvPr id="676" name="Objectives…"/>
            <p:cNvSpPr txBox="1"/>
            <p:nvPr/>
          </p:nvSpPr>
          <p:spPr>
            <a:xfrm>
              <a:off x="236650" y="789281"/>
              <a:ext cx="4970948" cy="29107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2400" b="1" dirty="0"/>
                <a:t>Data Prep &amp; Balancing:</a:t>
              </a:r>
              <a:r>
                <a:rPr lang="en-US" sz="2400" dirty="0"/>
                <a:t> Clean HR records and handle severe class imbalance.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endParaRPr lang="en-US" sz="2400" dirty="0"/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2400" b="1" dirty="0"/>
                <a:t>Model Comparison:</a:t>
              </a:r>
              <a:r>
                <a:rPr lang="en-US" sz="2400" dirty="0"/>
                <a:t> Benchmark multiple classifiers (Tree-based &amp; baseline models).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endParaRPr lang="en-US" sz="2400" dirty="0"/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2400" b="1" dirty="0"/>
                <a:t>Performance Selection:</a:t>
              </a:r>
              <a:r>
                <a:rPr lang="en-US" sz="2400" dirty="0"/>
                <a:t> Choose the best model using AUC, sensitivity, and accuracy.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endParaRPr lang="en-US" sz="2400" dirty="0"/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2400" b="1" dirty="0"/>
                <a:t>Explainable AI:</a:t>
              </a:r>
              <a:r>
                <a:rPr lang="en-US" sz="2400" dirty="0"/>
                <a:t> Apply directional attribution to show </a:t>
              </a:r>
              <a:r>
                <a:rPr lang="en-US" sz="2400" i="1" dirty="0"/>
                <a:t>why</a:t>
              </a:r>
              <a:r>
                <a:rPr lang="en-US" sz="2400" dirty="0"/>
                <a:t> employees leave.</a:t>
              </a:r>
            </a:p>
          </p:txBody>
        </p:sp>
      </p:grpSp>
      <p:grpSp>
        <p:nvGrpSpPr>
          <p:cNvPr id="680" name="Rounded Rectangle 544"/>
          <p:cNvGrpSpPr/>
          <p:nvPr/>
        </p:nvGrpSpPr>
        <p:grpSpPr>
          <a:xfrm>
            <a:off x="9258300" y="3063239"/>
            <a:ext cx="8624966" cy="6140723"/>
            <a:chOff x="0" y="0"/>
            <a:chExt cx="5486400" cy="4160521"/>
          </a:xfrm>
        </p:grpSpPr>
        <p:sp>
          <p:nvSpPr>
            <p:cNvPr id="678" name="Rounded Rectangle"/>
            <p:cNvSpPr/>
            <p:nvPr/>
          </p:nvSpPr>
          <p:spPr>
            <a:xfrm>
              <a:off x="0" y="0"/>
              <a:ext cx="5486400" cy="4160521"/>
            </a:xfrm>
            <a:prstGeom prst="roundRect">
              <a:avLst>
                <a:gd name="adj" fmla="val 16667"/>
              </a:avLst>
            </a:prstGeom>
            <a:solidFill>
              <a:srgbClr val="FAFCFF"/>
            </a:solidFill>
            <a:ln w="19050" cap="flat">
              <a:solidFill>
                <a:srgbClr val="23785C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500"/>
                </a:spcBef>
                <a:defRPr sz="1800">
                  <a:solidFill>
                    <a:srgbClr val="232323"/>
                  </a:solidFill>
                </a:defRPr>
              </a:pPr>
              <a:endParaRPr/>
            </a:p>
          </p:txBody>
        </p:sp>
        <p:sp>
          <p:nvSpPr>
            <p:cNvPr id="679" name="Expected Outcomes…"/>
            <p:cNvSpPr txBox="1"/>
            <p:nvPr/>
          </p:nvSpPr>
          <p:spPr>
            <a:xfrm>
              <a:off x="251496" y="881420"/>
              <a:ext cx="4967914" cy="2877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b="1" dirty="0"/>
                <a:t>Predictive Accuracy:</a:t>
              </a:r>
              <a:r>
                <a:rPr lang="en-US" sz="2400" dirty="0"/>
                <a:t> Identifies at-risk employees before they resign.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endParaRPr lang="en-US" sz="2400" dirty="0"/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b="1" dirty="0"/>
                <a:t>Root-Cause Analysis:</a:t>
              </a:r>
              <a:r>
                <a:rPr lang="en-US" sz="2400" dirty="0"/>
                <a:t> Ranks key factors causing employee turnover.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endParaRPr lang="en-US" sz="2400" dirty="0"/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b="1" dirty="0"/>
                <a:t>Actionable Guidance:</a:t>
              </a:r>
              <a:r>
                <a:rPr lang="en-US" sz="2400" dirty="0"/>
                <a:t> Shows exactly how to intervene for each employee.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endParaRPr lang="en-US" sz="2400" dirty="0"/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b="1" dirty="0"/>
                <a:t>HR Empowerment:</a:t>
              </a:r>
              <a:r>
                <a:rPr lang="en-US" sz="2400" dirty="0"/>
                <a:t> Enhances human decision-making with AI insights.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4341150-BFCE-22BE-F63A-3C765BC3B7CD}"/>
              </a:ext>
            </a:extLst>
          </p:cNvPr>
          <p:cNvSpPr txBox="1"/>
          <p:nvPr/>
        </p:nvSpPr>
        <p:spPr>
          <a:xfrm>
            <a:off x="19202400" y="3402768"/>
            <a:ext cx="4512039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>
              <a:defRPr sz="1900" b="1">
                <a:solidFill>
                  <a:srgbClr val="23785C"/>
                </a:solidFill>
              </a:defRPr>
            </a:pPr>
            <a:r>
              <a:rPr lang="en-US" sz="2400" dirty="0"/>
              <a:t>Expected Outcomes</a:t>
            </a: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761C5F-F5A7-AAF9-A64C-DB1CFA40E040}"/>
              </a:ext>
            </a:extLst>
          </p:cNvPr>
          <p:cNvSpPr txBox="1"/>
          <p:nvPr/>
        </p:nvSpPr>
        <p:spPr>
          <a:xfrm>
            <a:off x="19202400" y="3357798"/>
            <a:ext cx="2218543" cy="800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Objectives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206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545;p63"/>
          <p:cNvSpPr txBox="1"/>
          <p:nvPr/>
        </p:nvSpPr>
        <p:spPr>
          <a:xfrm>
            <a:off x="6855484" y="534880"/>
            <a:ext cx="4707251" cy="946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140007"/>
              </a:lnSpc>
              <a:defRPr sz="30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rPr sz="4800" dirty="0"/>
              <a:t>Literature Review</a:t>
            </a:r>
          </a:p>
        </p:txBody>
      </p:sp>
      <p:sp>
        <p:nvSpPr>
          <p:cNvPr id="683" name="Rounded Rectangle 545"/>
          <p:cNvSpPr/>
          <p:nvPr/>
        </p:nvSpPr>
        <p:spPr>
          <a:xfrm>
            <a:off x="943896" y="2094271"/>
            <a:ext cx="8062943" cy="600259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4" name="Rectangle 546"/>
          <p:cNvSpPr/>
          <p:nvPr/>
        </p:nvSpPr>
        <p:spPr>
          <a:xfrm>
            <a:off x="1091382" y="3436373"/>
            <a:ext cx="191728" cy="3524865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5" name="TextBox 547"/>
          <p:cNvSpPr txBox="1"/>
          <p:nvPr/>
        </p:nvSpPr>
        <p:spPr>
          <a:xfrm>
            <a:off x="1972744" y="2373361"/>
            <a:ext cx="6647689" cy="48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 b="1" sz="2000">
                <a:solidFill>
                  <a:srgbClr val="003366"/>
                </a:solidFill>
                <a:latin typeface="Aptos"/>
              </a:defRPr>
            </a:pPr>
            <a:r>
              <a:t>Workforce Turnover Determinants</a:t>
            </a:r>
          </a:p>
        </p:txBody>
      </p:sp>
      <p:sp>
        <p:nvSpPr>
          <p:cNvPr id="686" name="TextBox 548"/>
          <p:cNvSpPr txBox="1"/>
          <p:nvPr/>
        </p:nvSpPr>
        <p:spPr>
          <a:xfrm>
            <a:off x="1401098" y="3314309"/>
            <a:ext cx="7586571" cy="4154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b="1" sz="1300">
                <a:solidFill>
                  <a:srgbClr val="003366"/>
                </a:solidFill>
                <a:latin typeface="Aptos"/>
              </a:rPr>
              <a:t>• Compensation &amp; Reward Structures: </a:t>
            </a:r>
            <a:r>
              <a:rPr b="0" sz="1300">
                <a:solidFill>
                  <a:srgbClr val="202A35"/>
                </a:solidFill>
                <a:latin typeface="Aptos"/>
              </a:rPr>
              <a:t>Base salary and premiums show strong inverse correlations with attrition; bonus structures exhibit complex non-linear perceptions (Varkiani et al., 2025; Saradhi &amp; Palshikar, 2011).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3366"/>
                </a:solidFill>
                <a:latin typeface="Aptos"/>
              </a:rPr>
              <a:t>• Workload Stress &amp; Overtime: </a:t>
            </a:r>
            <a:r>
              <a:rPr b="0" sz="1300">
                <a:solidFill>
                  <a:srgbClr val="202A35"/>
                </a:solidFill>
                <a:latin typeface="Aptos"/>
              </a:rPr>
              <a:t>Excessive working hours and overtime strain accelerate fatigue and significantly elevate voluntary resignation rates (Sexton et al., 2005; Varkiani et al., 2025).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3366"/>
                </a:solidFill>
                <a:latin typeface="Aptos"/>
              </a:rPr>
              <a:t>• Career Velocity &amp; Tenure Dynamics: </a:t>
            </a:r>
            <a:r>
              <a:rPr b="0" sz="1300">
                <a:solidFill>
                  <a:srgbClr val="202A35"/>
                </a:solidFill>
                <a:latin typeface="Aptos"/>
              </a:rPr>
              <a:t>Stagnant promotion velocity, appraisal ratings, and long role tenure without advancement drive employee departures (Alduayj &amp; Rajpoot, 2018; Fallucchi et al., 2020).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3366"/>
                </a:solidFill>
                <a:latin typeface="Aptos"/>
              </a:rPr>
              <a:t>• Organizational Support &amp; Attachment: </a:t>
            </a:r>
            <a:r>
              <a:rPr b="0" sz="1300">
                <a:solidFill>
                  <a:srgbClr val="202A35"/>
                </a:solidFill>
                <a:latin typeface="Aptos"/>
              </a:rPr>
              <a:t>Attachment theory shows supervisory feedback, upskilling opportunities, and culture strongly enhance intention to stay (Patrick et al., 2024; Zhao et al., 2018).</a:t>
            </a:r>
          </a:p>
        </p:txBody>
      </p:sp>
      <p:sp>
        <p:nvSpPr>
          <p:cNvPr id="687" name="Rounded Rectangle 549"/>
          <p:cNvSpPr/>
          <p:nvPr/>
        </p:nvSpPr>
        <p:spPr>
          <a:xfrm>
            <a:off x="9261987" y="2094271"/>
            <a:ext cx="7816645" cy="606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8" name="Rectangle 550"/>
          <p:cNvSpPr/>
          <p:nvPr/>
        </p:nvSpPr>
        <p:spPr>
          <a:xfrm>
            <a:off x="9350478" y="3259393"/>
            <a:ext cx="117987" cy="3244645"/>
          </a:xfrm>
          <a:prstGeom prst="rect">
            <a:avLst/>
          </a:prstGeom>
          <a:solidFill>
            <a:srgbClr val="2B5D8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9" name="TextBox 551"/>
          <p:cNvSpPr txBox="1"/>
          <p:nvPr/>
        </p:nvSpPr>
        <p:spPr>
          <a:xfrm>
            <a:off x="10301160" y="2314367"/>
            <a:ext cx="4270248" cy="48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 b="1" sz="2000">
                <a:solidFill>
                  <a:srgbClr val="003366"/>
                </a:solidFill>
                <a:latin typeface="Aptos"/>
              </a:defRPr>
            </a:pPr>
            <a:r>
              <a:t>Machine Learning &amp; Explainable AI (XAI)</a:t>
            </a:r>
          </a:p>
        </p:txBody>
      </p:sp>
      <p:sp>
        <p:nvSpPr>
          <p:cNvPr id="690" name="TextBox 552"/>
          <p:cNvSpPr txBox="1"/>
          <p:nvPr/>
        </p:nvSpPr>
        <p:spPr>
          <a:xfrm>
            <a:off x="9454896" y="3152076"/>
            <a:ext cx="6650343" cy="378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342900" lvl="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b="1" sz="1300">
                <a:solidFill>
                  <a:srgbClr val="003366"/>
                </a:solidFill>
                <a:latin typeface="Aptos"/>
              </a:rPr>
              <a:t>• Ensemble Classifier Superiority: </a:t>
            </a:r>
            <a:r>
              <a:rPr b="0" sz="1300">
                <a:solidFill>
                  <a:srgbClr val="202A35"/>
                </a:solidFill>
                <a:latin typeface="Aptos"/>
              </a:rPr>
              <a:t>Tree-based ensembles (Random Forest, XGBoost) outperform traditional linear models (Logistic Regression, Naïve Bayes) on tabular HR records (Liaw &amp; Wiener, 2002; Punnoose &amp; Ajit, 2016; Varkiani et al., 2025).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03366"/>
                </a:solidFill>
                <a:latin typeface="Aptos"/>
              </a:rPr>
              <a:t>• Class Imbalance Mitigation: </a:t>
            </a:r>
            <a:r>
              <a:rPr b="0" sz="1300">
                <a:solidFill>
                  <a:srgbClr val="202A35"/>
                </a:solidFill>
                <a:latin typeface="Aptos"/>
              </a:rPr>
              <a:t>Severe class imbalance (~5.4% attrition rate) requires synthetic resampling (ROSE, SMOTE) to eliminate majority-class prediction bias (Chawla et al., 2002; Varkiani et al., 2025).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03366"/>
                </a:solidFill>
                <a:latin typeface="Aptos"/>
              </a:rPr>
              <a:t>• Directional Explainability (SHAP): </a:t>
            </a:r>
            <a:r>
              <a:rPr b="0" sz="1300">
                <a:solidFill>
                  <a:srgbClr val="202A35"/>
                </a:solidFill>
                <a:latin typeface="Aptos"/>
              </a:rPr>
              <a:t>Traditional feature importance ranks variables without direction; SHAP (Shapley Additive exPlanations) resolves the black-box dilemma by quantifying positive and negative forces (Lundberg &amp; Lee, 2017; Varkiani et al., 2025).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545;p63"/>
          <p:cNvSpPr txBox="1"/>
          <p:nvPr/>
        </p:nvSpPr>
        <p:spPr>
          <a:xfrm>
            <a:off x="7257326" y="751206"/>
            <a:ext cx="5393803" cy="946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140007"/>
              </a:lnSpc>
              <a:defRPr sz="30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>
              <a:defRPr>
                <a:solidFill>
                  <a:srgbClr val="202A35"/>
                </a:solidFill>
              </a:defRPr>
            </a:pPr>
            <a:r>
              <a:rPr sz="4800" dirty="0"/>
              <a:t>Methodology</a:t>
            </a:r>
          </a:p>
        </p:txBody>
      </p:sp>
      <p:sp>
        <p:nvSpPr>
          <p:cNvPr id="694" name="Rounded Rectangle 545"/>
          <p:cNvSpPr/>
          <p:nvPr/>
        </p:nvSpPr>
        <p:spPr>
          <a:xfrm>
            <a:off x="2067560" y="2808315"/>
            <a:ext cx="2148841" cy="123444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202A35"/>
                </a:solidFill>
              </a:defRPr>
            </a:pPr>
            <a:endParaRPr/>
          </a:p>
        </p:txBody>
      </p:sp>
      <p:sp>
        <p:nvSpPr>
          <p:cNvPr id="695" name="Oval 546"/>
          <p:cNvSpPr/>
          <p:nvPr/>
        </p:nvSpPr>
        <p:spPr>
          <a:xfrm>
            <a:off x="2211832" y="2932267"/>
            <a:ext cx="438913" cy="438913"/>
          </a:xfrm>
          <a:prstGeom prst="ellipse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96" name="TextBox 547"/>
          <p:cNvSpPr txBox="1"/>
          <p:nvPr/>
        </p:nvSpPr>
        <p:spPr>
          <a:xfrm>
            <a:off x="2221992" y="3011261"/>
            <a:ext cx="43891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697" name="TextBox 548"/>
          <p:cNvSpPr txBox="1"/>
          <p:nvPr/>
        </p:nvSpPr>
        <p:spPr>
          <a:xfrm>
            <a:off x="2743200" y="3215391"/>
            <a:ext cx="1158240" cy="437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8288" tIns="18288" rIns="18288" bIns="18288" anchor="ctr">
            <a:spAutoFit/>
          </a:bodyPr>
          <a:lstStyle/>
          <a:p>
            <a:pPr>
              <a:defRPr sz="1300" b="1">
                <a:solidFill>
                  <a:srgbClr val="202A35"/>
                </a:solidFill>
              </a:defRPr>
            </a:pPr>
            <a:r>
              <a:rPr dirty="0"/>
              <a:t>Multi-Source</a:t>
            </a:r>
          </a:p>
          <a:p>
            <a:pPr>
              <a:defRPr sz="1300" b="1">
                <a:solidFill>
                  <a:srgbClr val="202A35"/>
                </a:solidFill>
              </a:defRPr>
            </a:pPr>
            <a:r>
              <a:rPr dirty="0"/>
              <a:t>Ingestion</a:t>
            </a:r>
          </a:p>
        </p:txBody>
      </p:sp>
      <p:sp>
        <p:nvSpPr>
          <p:cNvPr id="698" name="TextBox 549"/>
          <p:cNvSpPr txBox="1"/>
          <p:nvPr/>
        </p:nvSpPr>
        <p:spPr>
          <a:xfrm>
            <a:off x="4306824" y="3228177"/>
            <a:ext cx="1828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202A35"/>
                </a:solidFill>
              </a:defRPr>
            </a:pPr>
            <a:r>
              <a:t>→</a:t>
            </a:r>
          </a:p>
        </p:txBody>
      </p:sp>
      <p:sp>
        <p:nvSpPr>
          <p:cNvPr id="699" name="Rounded Rectangle 550"/>
          <p:cNvSpPr/>
          <p:nvPr/>
        </p:nvSpPr>
        <p:spPr>
          <a:xfrm>
            <a:off x="4498848" y="2798155"/>
            <a:ext cx="2148841" cy="123444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202A35"/>
                </a:solidFill>
              </a:defRPr>
            </a:pPr>
            <a:endParaRPr/>
          </a:p>
        </p:txBody>
      </p:sp>
      <p:sp>
        <p:nvSpPr>
          <p:cNvPr id="700" name="Oval 551"/>
          <p:cNvSpPr/>
          <p:nvPr/>
        </p:nvSpPr>
        <p:spPr>
          <a:xfrm>
            <a:off x="4572000" y="2962747"/>
            <a:ext cx="438913" cy="438913"/>
          </a:xfrm>
          <a:prstGeom prst="ellipse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01" name="TextBox 552"/>
          <p:cNvSpPr txBox="1"/>
          <p:nvPr/>
        </p:nvSpPr>
        <p:spPr>
          <a:xfrm>
            <a:off x="4582160" y="3041741"/>
            <a:ext cx="43891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702" name="TextBox 553"/>
          <p:cNvSpPr txBox="1"/>
          <p:nvPr/>
        </p:nvSpPr>
        <p:spPr>
          <a:xfrm>
            <a:off x="5008880" y="3203446"/>
            <a:ext cx="1463040" cy="437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8288" tIns="18288" rIns="18288" bIns="18288" anchor="ctr">
            <a:spAutoFit/>
          </a:bodyPr>
          <a:lstStyle/>
          <a:p>
            <a:pPr>
              <a:defRPr sz="1300" b="1">
                <a:solidFill>
                  <a:srgbClr val="202A35"/>
                </a:solidFill>
              </a:defRPr>
            </a:pPr>
            <a:r>
              <a:rPr dirty="0"/>
              <a:t>Cleaning &amp;</a:t>
            </a:r>
          </a:p>
          <a:p>
            <a:pPr>
              <a:defRPr sz="1300" b="1">
                <a:solidFill>
                  <a:srgbClr val="202A35"/>
                </a:solidFill>
              </a:defRPr>
            </a:pPr>
            <a:r>
              <a:rPr dirty="0" err="1"/>
              <a:t>Winsorizing</a:t>
            </a:r>
            <a:endParaRPr dirty="0"/>
          </a:p>
        </p:txBody>
      </p:sp>
      <p:sp>
        <p:nvSpPr>
          <p:cNvPr id="703" name="TextBox 554"/>
          <p:cNvSpPr txBox="1"/>
          <p:nvPr/>
        </p:nvSpPr>
        <p:spPr>
          <a:xfrm>
            <a:off x="6656832" y="3228177"/>
            <a:ext cx="1828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202A35"/>
                </a:solidFill>
              </a:defRPr>
            </a:pPr>
            <a:r>
              <a:t>→</a:t>
            </a:r>
          </a:p>
        </p:txBody>
      </p:sp>
      <p:sp>
        <p:nvSpPr>
          <p:cNvPr id="704" name="Rounded Rectangle 555"/>
          <p:cNvSpPr/>
          <p:nvPr/>
        </p:nvSpPr>
        <p:spPr>
          <a:xfrm>
            <a:off x="6848856" y="2798155"/>
            <a:ext cx="2148841" cy="123444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202A35"/>
                </a:solidFill>
              </a:defRPr>
            </a:pPr>
            <a:endParaRPr/>
          </a:p>
        </p:txBody>
      </p:sp>
      <p:sp>
        <p:nvSpPr>
          <p:cNvPr id="705" name="Oval 556"/>
          <p:cNvSpPr/>
          <p:nvPr/>
        </p:nvSpPr>
        <p:spPr>
          <a:xfrm>
            <a:off x="6952488" y="2942427"/>
            <a:ext cx="438913" cy="438913"/>
          </a:xfrm>
          <a:prstGeom prst="ellipse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06" name="TextBox 557"/>
          <p:cNvSpPr txBox="1"/>
          <p:nvPr/>
        </p:nvSpPr>
        <p:spPr>
          <a:xfrm>
            <a:off x="6962648" y="3041741"/>
            <a:ext cx="43891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707" name="TextBox 558"/>
          <p:cNvSpPr txBox="1"/>
          <p:nvPr/>
        </p:nvSpPr>
        <p:spPr>
          <a:xfrm>
            <a:off x="7349616" y="2962747"/>
            <a:ext cx="1721232" cy="902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>
              <a:defRPr sz="1300" b="1">
                <a:solidFill>
                  <a:srgbClr val="202A35"/>
                </a:solidFill>
              </a:defRPr>
            </a:pPr>
            <a:r>
              <a:rPr dirty="0"/>
              <a:t>24-D Feature</a:t>
            </a:r>
          </a:p>
          <a:p>
            <a:pPr>
              <a:defRPr sz="1300" b="1">
                <a:solidFill>
                  <a:srgbClr val="202A35"/>
                </a:solidFill>
              </a:defRPr>
            </a:pPr>
            <a:r>
              <a:rPr dirty="0"/>
              <a:t>Engineering</a:t>
            </a:r>
          </a:p>
        </p:txBody>
      </p:sp>
      <p:sp>
        <p:nvSpPr>
          <p:cNvPr id="708" name="TextBox 559"/>
          <p:cNvSpPr txBox="1"/>
          <p:nvPr/>
        </p:nvSpPr>
        <p:spPr>
          <a:xfrm>
            <a:off x="9006840" y="3228177"/>
            <a:ext cx="1828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202A35"/>
                </a:solidFill>
              </a:defRPr>
            </a:pPr>
            <a:r>
              <a:t>→</a:t>
            </a:r>
          </a:p>
        </p:txBody>
      </p:sp>
      <p:sp>
        <p:nvSpPr>
          <p:cNvPr id="709" name="Rounded Rectangle 560"/>
          <p:cNvSpPr/>
          <p:nvPr/>
        </p:nvSpPr>
        <p:spPr>
          <a:xfrm>
            <a:off x="9198864" y="2798155"/>
            <a:ext cx="2148841" cy="123444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202A35"/>
                </a:solidFill>
              </a:defRPr>
            </a:pPr>
            <a:endParaRPr/>
          </a:p>
        </p:txBody>
      </p:sp>
      <p:sp>
        <p:nvSpPr>
          <p:cNvPr id="710" name="Oval 561"/>
          <p:cNvSpPr/>
          <p:nvPr/>
        </p:nvSpPr>
        <p:spPr>
          <a:xfrm>
            <a:off x="9272016" y="2911947"/>
            <a:ext cx="438913" cy="438913"/>
          </a:xfrm>
          <a:prstGeom prst="ellipse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1" name="TextBox 562"/>
          <p:cNvSpPr txBox="1"/>
          <p:nvPr/>
        </p:nvSpPr>
        <p:spPr>
          <a:xfrm>
            <a:off x="9272016" y="3011261"/>
            <a:ext cx="43891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12" name="TextBox 563"/>
          <p:cNvSpPr txBox="1"/>
          <p:nvPr/>
        </p:nvSpPr>
        <p:spPr>
          <a:xfrm>
            <a:off x="9765792" y="2922869"/>
            <a:ext cx="1490473" cy="902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>
              <a:defRPr sz="1300" b="1">
                <a:solidFill>
                  <a:srgbClr val="202A35"/>
                </a:solidFill>
              </a:defRPr>
            </a:pPr>
            <a:r>
              <a:t>Imbalance</a:t>
            </a:r>
          </a:p>
          <a:p>
            <a:pPr>
              <a:defRPr sz="1300" b="1">
                <a:solidFill>
                  <a:srgbClr val="202A35"/>
                </a:solidFill>
              </a:defRPr>
            </a:pPr>
            <a:r>
              <a:t>Mitigation</a:t>
            </a:r>
          </a:p>
        </p:txBody>
      </p:sp>
      <p:sp>
        <p:nvSpPr>
          <p:cNvPr id="713" name="TextBox 564"/>
          <p:cNvSpPr txBox="1"/>
          <p:nvPr/>
        </p:nvSpPr>
        <p:spPr>
          <a:xfrm>
            <a:off x="11356848" y="3228177"/>
            <a:ext cx="1828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202A35"/>
                </a:solidFill>
              </a:defRPr>
            </a:pPr>
            <a:r>
              <a:t>→</a:t>
            </a:r>
          </a:p>
        </p:txBody>
      </p:sp>
      <p:sp>
        <p:nvSpPr>
          <p:cNvPr id="714" name="Rounded Rectangle 565"/>
          <p:cNvSpPr/>
          <p:nvPr/>
        </p:nvSpPr>
        <p:spPr>
          <a:xfrm>
            <a:off x="11548872" y="2798155"/>
            <a:ext cx="2148841" cy="123444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202A35"/>
                </a:solidFill>
              </a:defRPr>
            </a:pPr>
            <a:endParaRPr/>
          </a:p>
        </p:txBody>
      </p:sp>
      <p:sp>
        <p:nvSpPr>
          <p:cNvPr id="715" name="Oval 566"/>
          <p:cNvSpPr/>
          <p:nvPr/>
        </p:nvSpPr>
        <p:spPr>
          <a:xfrm>
            <a:off x="11622023" y="2891627"/>
            <a:ext cx="438913" cy="438913"/>
          </a:xfrm>
          <a:prstGeom prst="ellipse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6" name="TextBox 567"/>
          <p:cNvSpPr txBox="1"/>
          <p:nvPr/>
        </p:nvSpPr>
        <p:spPr>
          <a:xfrm>
            <a:off x="11622023" y="3011261"/>
            <a:ext cx="43891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17" name="TextBox 568"/>
          <p:cNvSpPr txBox="1"/>
          <p:nvPr/>
        </p:nvSpPr>
        <p:spPr>
          <a:xfrm>
            <a:off x="12115800" y="3069554"/>
            <a:ext cx="1490473" cy="609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>
              <a:defRPr sz="1300" b="1">
                <a:solidFill>
                  <a:srgbClr val="202A35"/>
                </a:solidFill>
              </a:defRPr>
            </a:pPr>
            <a:r>
              <a:rPr dirty="0" err="1"/>
              <a:t>XGBoost</a:t>
            </a:r>
            <a:r>
              <a:rPr dirty="0"/>
              <a:t> &amp;</a:t>
            </a:r>
          </a:p>
          <a:p>
            <a:pPr>
              <a:defRPr sz="1300" b="1">
                <a:solidFill>
                  <a:srgbClr val="202A35"/>
                </a:solidFill>
              </a:defRPr>
            </a:pPr>
            <a:r>
              <a:rPr dirty="0"/>
              <a:t>K-Means</a:t>
            </a:r>
          </a:p>
        </p:txBody>
      </p:sp>
      <p:sp>
        <p:nvSpPr>
          <p:cNvPr id="718" name="TextBox 569"/>
          <p:cNvSpPr txBox="1"/>
          <p:nvPr/>
        </p:nvSpPr>
        <p:spPr>
          <a:xfrm>
            <a:off x="13706856" y="3228177"/>
            <a:ext cx="1828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202A35"/>
                </a:solidFill>
              </a:defRPr>
            </a:pPr>
            <a:r>
              <a:t>→</a:t>
            </a:r>
          </a:p>
        </p:txBody>
      </p:sp>
      <p:sp>
        <p:nvSpPr>
          <p:cNvPr id="719" name="Rounded Rectangle 570"/>
          <p:cNvSpPr/>
          <p:nvPr/>
        </p:nvSpPr>
        <p:spPr>
          <a:xfrm>
            <a:off x="13898880" y="2798155"/>
            <a:ext cx="2148841" cy="123444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202A35"/>
                </a:solidFill>
              </a:defRPr>
            </a:pPr>
            <a:endParaRPr/>
          </a:p>
        </p:txBody>
      </p:sp>
      <p:sp>
        <p:nvSpPr>
          <p:cNvPr id="720" name="Oval 571"/>
          <p:cNvSpPr/>
          <p:nvPr/>
        </p:nvSpPr>
        <p:spPr>
          <a:xfrm>
            <a:off x="13972032" y="2911947"/>
            <a:ext cx="438913" cy="438913"/>
          </a:xfrm>
          <a:prstGeom prst="ellipse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21" name="TextBox 572"/>
          <p:cNvSpPr txBox="1"/>
          <p:nvPr/>
        </p:nvSpPr>
        <p:spPr>
          <a:xfrm>
            <a:off x="13982192" y="3041741"/>
            <a:ext cx="43891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722" name="TextBox 573"/>
          <p:cNvSpPr txBox="1"/>
          <p:nvPr/>
        </p:nvSpPr>
        <p:spPr>
          <a:xfrm>
            <a:off x="14385543" y="3130514"/>
            <a:ext cx="1801369" cy="609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>
              <a:defRPr sz="1300" b="1">
                <a:solidFill>
                  <a:srgbClr val="202A35"/>
                </a:solidFill>
              </a:defRPr>
            </a:pPr>
            <a:r>
              <a:rPr dirty="0"/>
              <a:t>SHAP XAI &amp;</a:t>
            </a:r>
          </a:p>
          <a:p>
            <a:pPr>
              <a:defRPr sz="1300" b="1">
                <a:solidFill>
                  <a:srgbClr val="202A35"/>
                </a:solidFill>
              </a:defRPr>
            </a:pPr>
            <a:r>
              <a:rPr dirty="0"/>
              <a:t>Retention Rules</a:t>
            </a:r>
          </a:p>
        </p:txBody>
      </p:sp>
      <p:sp>
        <p:nvSpPr>
          <p:cNvPr id="723" name="Rounded Rectangle 574"/>
          <p:cNvSpPr/>
          <p:nvPr/>
        </p:nvSpPr>
        <p:spPr>
          <a:xfrm>
            <a:off x="2240280" y="4282633"/>
            <a:ext cx="6766561" cy="444467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202A35"/>
                </a:solidFill>
              </a:defRPr>
            </a:pPr>
            <a:endParaRPr/>
          </a:p>
        </p:txBody>
      </p:sp>
      <p:sp>
        <p:nvSpPr>
          <p:cNvPr id="724" name="Rectangle 575"/>
          <p:cNvSpPr/>
          <p:nvPr/>
        </p:nvSpPr>
        <p:spPr>
          <a:xfrm>
            <a:off x="2286000" y="5486400"/>
            <a:ext cx="121920" cy="2427317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202A35"/>
                </a:solidFill>
              </a:defRPr>
            </a:pPr>
            <a:endParaRPr/>
          </a:p>
        </p:txBody>
      </p:sp>
      <p:sp>
        <p:nvSpPr>
          <p:cNvPr id="725" name="TextBox 576"/>
          <p:cNvSpPr txBox="1"/>
          <p:nvPr/>
        </p:nvSpPr>
        <p:spPr>
          <a:xfrm>
            <a:off x="2404872" y="4736684"/>
            <a:ext cx="6510529" cy="424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202A35"/>
                </a:solidFill>
              </a:defRPr>
            </a:pPr>
            <a:r>
              <a:rPr dirty="0"/>
              <a:t>Data Engineering &amp; 24-D Feature Store [Phase 1 ]</a:t>
            </a:r>
          </a:p>
        </p:txBody>
      </p:sp>
      <p:sp>
        <p:nvSpPr>
          <p:cNvPr id="726" name="TextBox 577"/>
          <p:cNvSpPr txBox="1"/>
          <p:nvPr/>
        </p:nvSpPr>
        <p:spPr>
          <a:xfrm>
            <a:off x="2444496" y="5366604"/>
            <a:ext cx="6455665" cy="3139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>
                <a:solidFill>
                  <a:srgbClr val="202A35"/>
                </a:solidFill>
              </a:defRPr>
            </a:pPr>
            <a:r>
              <a:rPr lang="en-US" sz="1800" b="1" dirty="0"/>
              <a:t>Data Ingestion:</a:t>
            </a:r>
            <a:r>
              <a:rPr lang="en-US" sz="1800" dirty="0"/>
              <a:t> Ingests </a:t>
            </a:r>
            <a:r>
              <a:rPr lang="en-US" sz="1800" b="1" dirty="0"/>
              <a:t>6 relational HR tables</a:t>
            </a:r>
            <a:r>
              <a:rPr lang="en-US" sz="1800" dirty="0"/>
              <a:t> (</a:t>
            </a:r>
            <a:r>
              <a:rPr lang="en-US" sz="1800" i="1" dirty="0"/>
              <a:t>Compensation, Reviews, Workload, Tickets, Training, Employees</a:t>
            </a:r>
            <a:r>
              <a:rPr lang="en-US" sz="1800" dirty="0"/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>
                <a:solidFill>
                  <a:srgbClr val="202A35"/>
                </a:solidFill>
              </a:defRPr>
            </a:pPr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  <a:defRPr>
                <a:solidFill>
                  <a:srgbClr val="202A35"/>
                </a:solidFill>
              </a:defRPr>
            </a:pPr>
            <a:r>
              <a:rPr lang="en-US" sz="1800" b="1" dirty="0"/>
              <a:t>Cleaning &amp; Normalization:</a:t>
            </a:r>
            <a:r>
              <a:rPr lang="en-US" sz="1800" dirty="0"/>
              <a:t> Schema validation, missing value imputation, and </a:t>
            </a:r>
            <a:r>
              <a:rPr lang="en-US" sz="1800" b="1" dirty="0" err="1"/>
              <a:t>Winsorization</a:t>
            </a:r>
            <a:r>
              <a:rPr lang="en-US" sz="1800" dirty="0"/>
              <a:t> to cap salary/workload outliers.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>
                <a:solidFill>
                  <a:srgbClr val="202A35"/>
                </a:solidFill>
              </a:defRPr>
            </a:pPr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  <a:defRPr>
                <a:solidFill>
                  <a:srgbClr val="202A35"/>
                </a:solidFill>
              </a:defRPr>
            </a:pPr>
            <a:r>
              <a:rPr lang="en-US" sz="1800" b="1" dirty="0"/>
              <a:t>24-D Feature Store:</a:t>
            </a:r>
            <a:r>
              <a:rPr lang="en-US" sz="1800" dirty="0"/>
              <a:t> Flattens disparate data into </a:t>
            </a:r>
            <a:r>
              <a:rPr lang="en-US" sz="1800" b="1" dirty="0"/>
              <a:t>24 core features</a:t>
            </a:r>
            <a:r>
              <a:rPr lang="en-US" sz="1800" dirty="0"/>
              <a:t> capturing tenure, stress indices, and growth trends.</a:t>
            </a:r>
          </a:p>
        </p:txBody>
      </p:sp>
      <p:sp>
        <p:nvSpPr>
          <p:cNvPr id="727" name="Rounded Rectangle 578"/>
          <p:cNvSpPr/>
          <p:nvPr/>
        </p:nvSpPr>
        <p:spPr>
          <a:xfrm>
            <a:off x="9372600" y="4294208"/>
            <a:ext cx="7248646" cy="47456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202A35"/>
                </a:solidFill>
              </a:defRPr>
            </a:pPr>
            <a:endParaRPr/>
          </a:p>
        </p:txBody>
      </p:sp>
      <p:sp>
        <p:nvSpPr>
          <p:cNvPr id="728" name="Rectangle 579"/>
          <p:cNvSpPr/>
          <p:nvPr/>
        </p:nvSpPr>
        <p:spPr>
          <a:xfrm>
            <a:off x="9408159" y="5608320"/>
            <a:ext cx="152529" cy="2864348"/>
          </a:xfrm>
          <a:prstGeom prst="rect">
            <a:avLst/>
          </a:prstGeom>
          <a:solidFill>
            <a:srgbClr val="2B5D8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202A35"/>
                </a:solidFill>
              </a:defRPr>
            </a:pPr>
            <a:endParaRPr/>
          </a:p>
        </p:txBody>
      </p:sp>
      <p:sp>
        <p:nvSpPr>
          <p:cNvPr id="729" name="TextBox 580"/>
          <p:cNvSpPr txBox="1"/>
          <p:nvPr/>
        </p:nvSpPr>
        <p:spPr>
          <a:xfrm>
            <a:off x="9537192" y="4736684"/>
            <a:ext cx="6510529" cy="74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202A35"/>
                </a:solidFill>
              </a:defRPr>
            </a:pPr>
            <a:r>
              <a:rPr dirty="0"/>
              <a:t>ML Modeling, Persona Clustering &amp; Retention Engine [Phase 2]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0" name="TextBox 581"/>
              <p:cNvSpPr txBox="1"/>
              <p:nvPr/>
            </p:nvSpPr>
            <p:spPr>
              <a:xfrm>
                <a:off x="9546335" y="5498684"/>
                <a:ext cx="6993888" cy="323165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45719" rIns="45719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Class Balancing:</a:t>
                </a:r>
                <a:r>
                  <a:rPr lang="en-US" sz="2000" dirty="0"/>
                  <a:t> Prevents model bias against minority employee departures.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b="1" dirty="0"/>
                  <a:t>Ensemble ML Model:</a:t>
                </a:r>
                <a:r>
                  <a:rPr lang="en-US" sz="1800" dirty="0"/>
                  <a:t> </a:t>
                </a:r>
                <a:r>
                  <a:rPr lang="en-US" sz="1800" b="1" dirty="0" err="1"/>
                  <a:t>XGBoost</a:t>
                </a:r>
                <a:r>
                  <a:rPr lang="en-US" sz="1800" dirty="0"/>
                  <a:t> predicts continuous flight-risk probabilities (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0.0→1.0</m:t>
                    </m:r>
                  </m:oMath>
                </a14:m>
                <a:r>
                  <a:rPr lang="en-US" sz="1800" dirty="0"/>
                  <a:t>).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US" sz="18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b="1" dirty="0"/>
                  <a:t>Persona Clustering:</a:t>
                </a:r>
                <a:r>
                  <a:rPr lang="en-US" sz="1800" dirty="0"/>
                  <a:t> </a:t>
                </a:r>
                <a:r>
                  <a:rPr lang="en-US" sz="1800" b="1" dirty="0"/>
                  <a:t>K-Means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800" b="1" dirty="0"/>
                  <a:t>)</a:t>
                </a:r>
                <a:r>
                  <a:rPr lang="en-US" sz="1800" dirty="0"/>
                  <a:t> segments employees into cohorts (</a:t>
                </a:r>
                <a:r>
                  <a:rPr lang="en-US" sz="1800" i="1" dirty="0"/>
                  <a:t>High Performers, Burnout Risk, Underutilized</a:t>
                </a:r>
                <a:r>
                  <a:rPr lang="en-US" sz="1800" dirty="0"/>
                  <a:t>).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US" sz="18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b="1" dirty="0"/>
                  <a:t>XAI &amp; Retention Rules:</a:t>
                </a:r>
                <a:r>
                  <a:rPr lang="en-US" sz="1800" dirty="0"/>
                  <a:t> </a:t>
                </a:r>
                <a:r>
                  <a:rPr lang="en-US" sz="1800" b="1" dirty="0"/>
                  <a:t>SHAP</a:t>
                </a:r>
                <a:r>
                  <a:rPr lang="en-US" sz="1800" dirty="0"/>
                  <a:t> explains </a:t>
                </a:r>
                <a:r>
                  <a:rPr lang="en-US" sz="1800" i="1" dirty="0"/>
                  <a:t>why</a:t>
                </a:r>
                <a:r>
                  <a:rPr lang="en-US" sz="1800" dirty="0"/>
                  <a:t> risk occurs 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 triggers targeted HR retention action plans.</a:t>
                </a:r>
              </a:p>
            </p:txBody>
          </p:sp>
        </mc:Choice>
        <mc:Fallback xmlns="">
          <p:sp>
            <p:nvSpPr>
              <p:cNvPr id="730" name="TextBox 5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6335" y="5498684"/>
                <a:ext cx="6993888" cy="3231654"/>
              </a:xfrm>
              <a:prstGeom prst="rect">
                <a:avLst/>
              </a:prstGeom>
              <a:blipFill>
                <a:blip r:embed="rId3"/>
                <a:stretch>
                  <a:fillRect l="-1395" t="-755" r="-2180" b="-207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545;p63"/>
          <p:cNvSpPr txBox="1"/>
          <p:nvPr/>
        </p:nvSpPr>
        <p:spPr>
          <a:xfrm>
            <a:off x="3610614" y="640665"/>
            <a:ext cx="12479877" cy="946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140007"/>
              </a:lnSpc>
              <a:defRPr sz="30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rPr sz="4800" dirty="0"/>
              <a:t>Existing System – Open Issues and Challenges</a:t>
            </a:r>
          </a:p>
        </p:txBody>
      </p:sp>
      <p:sp>
        <p:nvSpPr>
          <p:cNvPr id="733" name="Rounded Rectangle 545"/>
          <p:cNvSpPr/>
          <p:nvPr/>
        </p:nvSpPr>
        <p:spPr>
          <a:xfrm>
            <a:off x="2037144" y="2743201"/>
            <a:ext cx="7004420" cy="36839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4" name="Rectangle 546"/>
          <p:cNvSpPr/>
          <p:nvPr/>
        </p:nvSpPr>
        <p:spPr>
          <a:xfrm>
            <a:off x="2218867" y="3483979"/>
            <a:ext cx="107645" cy="215289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5" name="TextBox 547"/>
          <p:cNvSpPr txBox="1"/>
          <p:nvPr/>
        </p:nvSpPr>
        <p:spPr>
          <a:xfrm>
            <a:off x="3969191" y="2860153"/>
            <a:ext cx="3183964" cy="424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dirty="0"/>
              <a:t>Existing approaches</a:t>
            </a:r>
          </a:p>
        </p:txBody>
      </p:sp>
      <p:sp>
        <p:nvSpPr>
          <p:cNvPr id="736" name="TextBox 548"/>
          <p:cNvSpPr txBox="1"/>
          <p:nvPr/>
        </p:nvSpPr>
        <p:spPr>
          <a:xfrm>
            <a:off x="2346304" y="3341659"/>
            <a:ext cx="6592825" cy="2964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Use statistical and machine-learning classifiers to predict employee turnover.</a:t>
            </a:r>
            <a:endParaRPr lang="en-US" sz="2000" dirty="0"/>
          </a:p>
          <a:p>
            <a:pPr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endParaRPr sz="2000" dirty="0"/>
          </a:p>
          <a:p>
            <a:pPr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Feature Importance is often used to rank the most influential variables.</a:t>
            </a:r>
            <a:endParaRPr lang="en-US" sz="2000" dirty="0"/>
          </a:p>
          <a:p>
            <a:pPr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endParaRPr sz="2000" dirty="0"/>
          </a:p>
          <a:p>
            <a:pPr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Some studies address class imbalance through resampling or weighting.</a:t>
            </a:r>
          </a:p>
        </p:txBody>
      </p:sp>
      <p:sp>
        <p:nvSpPr>
          <p:cNvPr id="737" name="Rounded Rectangle 549"/>
          <p:cNvSpPr/>
          <p:nvPr/>
        </p:nvSpPr>
        <p:spPr>
          <a:xfrm>
            <a:off x="9281159" y="2720051"/>
            <a:ext cx="6903721" cy="402799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8" name="Rectangle 550"/>
          <p:cNvSpPr/>
          <p:nvPr/>
        </p:nvSpPr>
        <p:spPr>
          <a:xfrm>
            <a:off x="9385331" y="3410181"/>
            <a:ext cx="82760" cy="2735975"/>
          </a:xfrm>
          <a:prstGeom prst="rect">
            <a:avLst/>
          </a:prstGeom>
          <a:solidFill>
            <a:srgbClr val="B33A3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9" name="TextBox 551"/>
          <p:cNvSpPr txBox="1"/>
          <p:nvPr/>
        </p:nvSpPr>
        <p:spPr>
          <a:xfrm>
            <a:off x="12050056" y="2825429"/>
            <a:ext cx="2383575" cy="424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B33A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dirty="0"/>
              <a:t>Open issues</a:t>
            </a:r>
          </a:p>
        </p:txBody>
      </p:sp>
      <p:sp>
        <p:nvSpPr>
          <p:cNvPr id="740" name="TextBox 552"/>
          <p:cNvSpPr txBox="1"/>
          <p:nvPr/>
        </p:nvSpPr>
        <p:spPr>
          <a:xfrm>
            <a:off x="9535920" y="3330085"/>
            <a:ext cx="6592825" cy="3272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Feature Importance does not indicate direction of effect.</a:t>
            </a:r>
          </a:p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HR data can be difficult to obtain because of privacy and strategic sensitivity.</a:t>
            </a:r>
          </a:p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Class imbalance can cause minority resignations to be overlooked.</a:t>
            </a:r>
          </a:p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Black-box models reduce transparency for managerial decisions.</a:t>
            </a:r>
          </a:p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Relationships can be counterintuitive and context-dependent.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550;p64"/>
          <p:cNvSpPr txBox="1"/>
          <p:nvPr/>
        </p:nvSpPr>
        <p:spPr>
          <a:xfrm>
            <a:off x="3593164" y="557619"/>
            <a:ext cx="12322027" cy="946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just">
              <a:lnSpc>
                <a:spcPct val="140007"/>
              </a:lnSpc>
              <a:defRPr sz="30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rPr sz="4800" dirty="0"/>
              <a:t>Proposed System – Advantages and Limitations</a:t>
            </a:r>
          </a:p>
        </p:txBody>
      </p:sp>
      <p:sp>
        <p:nvSpPr>
          <p:cNvPr id="744" name="Rounded Rectangle 550"/>
          <p:cNvSpPr/>
          <p:nvPr/>
        </p:nvSpPr>
        <p:spPr>
          <a:xfrm>
            <a:off x="1897380" y="3130708"/>
            <a:ext cx="2057401" cy="114300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45" name="TextBox 551"/>
          <p:cNvSpPr txBox="1"/>
          <p:nvPr/>
        </p:nvSpPr>
        <p:spPr>
          <a:xfrm>
            <a:off x="1970532" y="3249580"/>
            <a:ext cx="1911096" cy="389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8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HR Data</a:t>
            </a:r>
          </a:p>
        </p:txBody>
      </p:sp>
      <p:sp>
        <p:nvSpPr>
          <p:cNvPr id="746" name="TextBox 552"/>
          <p:cNvSpPr txBox="1"/>
          <p:nvPr/>
        </p:nvSpPr>
        <p:spPr>
          <a:xfrm>
            <a:off x="1970532" y="3560476"/>
            <a:ext cx="1911096" cy="604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/>
          <a:p>
            <a:pPr algn="ctr"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Employee</a:t>
            </a:r>
          </a:p>
          <a:p>
            <a:pPr algn="ctr"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features</a:t>
            </a:r>
          </a:p>
        </p:txBody>
      </p:sp>
      <p:sp>
        <p:nvSpPr>
          <p:cNvPr id="747" name="TextBox 553"/>
          <p:cNvSpPr txBox="1"/>
          <p:nvPr/>
        </p:nvSpPr>
        <p:spPr>
          <a:xfrm>
            <a:off x="3982211" y="3478180"/>
            <a:ext cx="320041" cy="40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→</a:t>
            </a:r>
          </a:p>
        </p:txBody>
      </p:sp>
      <p:sp>
        <p:nvSpPr>
          <p:cNvPr id="748" name="Rounded Rectangle 554"/>
          <p:cNvSpPr/>
          <p:nvPr/>
        </p:nvSpPr>
        <p:spPr>
          <a:xfrm>
            <a:off x="4384548" y="3130708"/>
            <a:ext cx="2057401" cy="114300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49" name="TextBox 555"/>
          <p:cNvSpPr txBox="1"/>
          <p:nvPr/>
        </p:nvSpPr>
        <p:spPr>
          <a:xfrm>
            <a:off x="4457700" y="3249580"/>
            <a:ext cx="1911095" cy="389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8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Preprocess</a:t>
            </a:r>
          </a:p>
        </p:txBody>
      </p:sp>
      <p:sp>
        <p:nvSpPr>
          <p:cNvPr id="750" name="TextBox 556"/>
          <p:cNvSpPr txBox="1"/>
          <p:nvPr/>
        </p:nvSpPr>
        <p:spPr>
          <a:xfrm>
            <a:off x="4457700" y="3560476"/>
            <a:ext cx="1911095" cy="604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/>
          <a:p>
            <a:pPr algn="ctr"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Clean +</a:t>
            </a:r>
          </a:p>
          <a:p>
            <a:pPr algn="ctr"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select</a:t>
            </a:r>
          </a:p>
        </p:txBody>
      </p:sp>
      <p:sp>
        <p:nvSpPr>
          <p:cNvPr id="751" name="TextBox 557"/>
          <p:cNvSpPr txBox="1"/>
          <p:nvPr/>
        </p:nvSpPr>
        <p:spPr>
          <a:xfrm>
            <a:off x="6469379" y="3478180"/>
            <a:ext cx="320041" cy="40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→</a:t>
            </a:r>
          </a:p>
        </p:txBody>
      </p:sp>
      <p:sp>
        <p:nvSpPr>
          <p:cNvPr id="752" name="Rounded Rectangle 558"/>
          <p:cNvSpPr/>
          <p:nvPr/>
        </p:nvSpPr>
        <p:spPr>
          <a:xfrm>
            <a:off x="6871716" y="3130708"/>
            <a:ext cx="2057401" cy="114300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3" name="TextBox 559"/>
          <p:cNvSpPr txBox="1"/>
          <p:nvPr/>
        </p:nvSpPr>
        <p:spPr>
          <a:xfrm>
            <a:off x="6944868" y="3249580"/>
            <a:ext cx="1911096" cy="389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8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Balance</a:t>
            </a:r>
          </a:p>
        </p:txBody>
      </p:sp>
      <p:sp>
        <p:nvSpPr>
          <p:cNvPr id="754" name="TextBox 560"/>
          <p:cNvSpPr txBox="1"/>
          <p:nvPr/>
        </p:nvSpPr>
        <p:spPr>
          <a:xfrm>
            <a:off x="6944868" y="3560476"/>
            <a:ext cx="1911096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ROSE</a:t>
            </a:r>
          </a:p>
        </p:txBody>
      </p:sp>
      <p:sp>
        <p:nvSpPr>
          <p:cNvPr id="755" name="TextBox 561"/>
          <p:cNvSpPr txBox="1"/>
          <p:nvPr/>
        </p:nvSpPr>
        <p:spPr>
          <a:xfrm>
            <a:off x="8956547" y="3478180"/>
            <a:ext cx="320041" cy="40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→</a:t>
            </a:r>
          </a:p>
        </p:txBody>
      </p:sp>
      <p:sp>
        <p:nvSpPr>
          <p:cNvPr id="756" name="Rounded Rectangle 562"/>
          <p:cNvSpPr/>
          <p:nvPr/>
        </p:nvSpPr>
        <p:spPr>
          <a:xfrm>
            <a:off x="9358883" y="3130708"/>
            <a:ext cx="2057401" cy="114300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7" name="TextBox 563"/>
          <p:cNvSpPr txBox="1"/>
          <p:nvPr/>
        </p:nvSpPr>
        <p:spPr>
          <a:xfrm>
            <a:off x="9299255" y="3249580"/>
            <a:ext cx="2306672" cy="389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8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Ensemble Model</a:t>
            </a:r>
          </a:p>
        </p:txBody>
      </p:sp>
      <p:sp>
        <p:nvSpPr>
          <p:cNvPr id="758" name="TextBox 564"/>
          <p:cNvSpPr txBox="1"/>
          <p:nvPr/>
        </p:nvSpPr>
        <p:spPr>
          <a:xfrm>
            <a:off x="9432035" y="3560476"/>
            <a:ext cx="1911096" cy="604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/>
          <a:p>
            <a:pPr algn="ctr"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Random</a:t>
            </a:r>
          </a:p>
          <a:p>
            <a:pPr algn="ctr"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Forest</a:t>
            </a:r>
          </a:p>
        </p:txBody>
      </p:sp>
      <p:sp>
        <p:nvSpPr>
          <p:cNvPr id="759" name="TextBox 565"/>
          <p:cNvSpPr txBox="1"/>
          <p:nvPr/>
        </p:nvSpPr>
        <p:spPr>
          <a:xfrm>
            <a:off x="11443714" y="3478180"/>
            <a:ext cx="320041" cy="40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→</a:t>
            </a:r>
          </a:p>
        </p:txBody>
      </p:sp>
      <p:sp>
        <p:nvSpPr>
          <p:cNvPr id="760" name="Rounded Rectangle 566"/>
          <p:cNvSpPr/>
          <p:nvPr/>
        </p:nvSpPr>
        <p:spPr>
          <a:xfrm>
            <a:off x="11846052" y="3130708"/>
            <a:ext cx="2057401" cy="114300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1" name="TextBox 567"/>
          <p:cNvSpPr txBox="1"/>
          <p:nvPr/>
        </p:nvSpPr>
        <p:spPr>
          <a:xfrm>
            <a:off x="11919203" y="3249580"/>
            <a:ext cx="1911096" cy="389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8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Explain</a:t>
            </a:r>
          </a:p>
        </p:txBody>
      </p:sp>
      <p:sp>
        <p:nvSpPr>
          <p:cNvPr id="762" name="TextBox 568"/>
          <p:cNvSpPr txBox="1"/>
          <p:nvPr/>
        </p:nvSpPr>
        <p:spPr>
          <a:xfrm>
            <a:off x="11919203" y="3560476"/>
            <a:ext cx="1911096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SHAP</a:t>
            </a:r>
          </a:p>
        </p:txBody>
      </p:sp>
      <p:sp>
        <p:nvSpPr>
          <p:cNvPr id="763" name="TextBox 569"/>
          <p:cNvSpPr txBox="1"/>
          <p:nvPr/>
        </p:nvSpPr>
        <p:spPr>
          <a:xfrm>
            <a:off x="13930883" y="3478180"/>
            <a:ext cx="320041" cy="40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→</a:t>
            </a:r>
          </a:p>
        </p:txBody>
      </p:sp>
      <p:sp>
        <p:nvSpPr>
          <p:cNvPr id="764" name="Rounded Rectangle 570"/>
          <p:cNvSpPr/>
          <p:nvPr/>
        </p:nvSpPr>
        <p:spPr>
          <a:xfrm>
            <a:off x="14333219" y="3130708"/>
            <a:ext cx="2057401" cy="1143001"/>
          </a:xfrm>
          <a:prstGeom prst="roundRect">
            <a:avLst>
              <a:gd name="adj" fmla="val 16667"/>
            </a:avLst>
          </a:prstGeom>
          <a:solidFill>
            <a:srgbClr val="E9F1F7"/>
          </a:solidFill>
          <a:ln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5" name="TextBox 571"/>
          <p:cNvSpPr txBox="1"/>
          <p:nvPr/>
        </p:nvSpPr>
        <p:spPr>
          <a:xfrm>
            <a:off x="14406373" y="3249580"/>
            <a:ext cx="1911096" cy="389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8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Action</a:t>
            </a:r>
          </a:p>
        </p:txBody>
      </p:sp>
      <p:sp>
        <p:nvSpPr>
          <p:cNvPr id="766" name="TextBox 572"/>
          <p:cNvSpPr txBox="1"/>
          <p:nvPr/>
        </p:nvSpPr>
        <p:spPr>
          <a:xfrm>
            <a:off x="14406373" y="3560476"/>
            <a:ext cx="1911096" cy="604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/>
          <a:p>
            <a:pPr algn="ctr"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Retention</a:t>
            </a:r>
          </a:p>
          <a:p>
            <a:pPr algn="ctr"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insights</a:t>
            </a:r>
          </a:p>
        </p:txBody>
      </p:sp>
      <p:sp>
        <p:nvSpPr>
          <p:cNvPr id="767" name="Rounded Rectangle 573"/>
          <p:cNvSpPr/>
          <p:nvPr/>
        </p:nvSpPr>
        <p:spPr>
          <a:xfrm>
            <a:off x="2080260" y="4776628"/>
            <a:ext cx="6812281" cy="33603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8" name="Rectangle 574"/>
          <p:cNvSpPr/>
          <p:nvPr/>
        </p:nvSpPr>
        <p:spPr>
          <a:xfrm>
            <a:off x="2161283" y="5347503"/>
            <a:ext cx="95780" cy="2013995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9" name="TextBox 575"/>
          <p:cNvSpPr txBox="1"/>
          <p:nvPr/>
        </p:nvSpPr>
        <p:spPr>
          <a:xfrm>
            <a:off x="2244852" y="4886356"/>
            <a:ext cx="6556248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2E7D5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dirty="0"/>
              <a:t>Advantages</a:t>
            </a:r>
          </a:p>
        </p:txBody>
      </p:sp>
      <p:sp>
        <p:nvSpPr>
          <p:cNvPr id="770" name="TextBox 576"/>
          <p:cNvSpPr txBox="1"/>
          <p:nvPr/>
        </p:nvSpPr>
        <p:spPr>
          <a:xfrm>
            <a:off x="2253996" y="5252117"/>
            <a:ext cx="6501384" cy="224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Combines predictive performance with explainability.</a:t>
            </a:r>
          </a:p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Random Forest handles multiple features and nonlinear relationships well.</a:t>
            </a:r>
          </a:p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SHAP supports both global and individual-level interpretation.</a:t>
            </a:r>
          </a:p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Outputs can be connected to targeted retention policies.</a:t>
            </a:r>
          </a:p>
        </p:txBody>
      </p:sp>
      <p:sp>
        <p:nvSpPr>
          <p:cNvPr id="771" name="Rounded Rectangle 577"/>
          <p:cNvSpPr/>
          <p:nvPr/>
        </p:nvSpPr>
        <p:spPr>
          <a:xfrm>
            <a:off x="9212579" y="4776628"/>
            <a:ext cx="6812281" cy="334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72" name="Rectangle 578"/>
          <p:cNvSpPr/>
          <p:nvPr/>
        </p:nvSpPr>
        <p:spPr>
          <a:xfrm>
            <a:off x="9258877" y="5335929"/>
            <a:ext cx="81892" cy="174869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73" name="TextBox 579"/>
          <p:cNvSpPr txBox="1"/>
          <p:nvPr/>
        </p:nvSpPr>
        <p:spPr>
          <a:xfrm>
            <a:off x="9456516" y="4816908"/>
            <a:ext cx="2893672" cy="424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C76B2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dirty="0"/>
              <a:t>Limitations</a:t>
            </a:r>
          </a:p>
        </p:txBody>
      </p:sp>
      <p:sp>
        <p:nvSpPr>
          <p:cNvPr id="774" name="TextBox 580"/>
          <p:cNvSpPr txBox="1"/>
          <p:nvPr/>
        </p:nvSpPr>
        <p:spPr>
          <a:xfrm>
            <a:off x="9386316" y="5252117"/>
            <a:ext cx="6501384" cy="2144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Results are dependent on the quality and representativeness of HR data.</a:t>
            </a:r>
          </a:p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The base study cannot assess time dependence because the two classes come from different periods.</a:t>
            </a:r>
          </a:p>
          <a:p>
            <a: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Model outputs require contextual HR interpretation; correlation should not be treated as automatic causation.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555;p65"/>
          <p:cNvSpPr txBox="1"/>
          <p:nvPr/>
        </p:nvSpPr>
        <p:spPr>
          <a:xfrm>
            <a:off x="19202400" y="624840"/>
            <a:ext cx="172821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7"/>
              </a:lnSpc>
              <a:defRPr sz="20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Novelty of the Project</a:t>
            </a:r>
          </a:p>
        </p:txBody>
      </p:sp>
      <p:sp>
        <p:nvSpPr>
          <p:cNvPr id="777" name="Rounded Rectangle 555"/>
          <p:cNvSpPr/>
          <p:nvPr/>
        </p:nvSpPr>
        <p:spPr>
          <a:xfrm>
            <a:off x="19202400" y="1645920"/>
            <a:ext cx="434340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78" name="Rectangle 556"/>
          <p:cNvSpPr/>
          <p:nvPr/>
        </p:nvSpPr>
        <p:spPr>
          <a:xfrm>
            <a:off x="19202400" y="1645920"/>
            <a:ext cx="73153" cy="1828801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79" name="TextBox 557"/>
          <p:cNvSpPr txBox="1"/>
          <p:nvPr/>
        </p:nvSpPr>
        <p:spPr>
          <a:xfrm>
            <a:off x="19202400" y="1755648"/>
            <a:ext cx="4087368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1. Direction-aware explainability</a:t>
            </a:r>
          </a:p>
        </p:txBody>
      </p:sp>
      <p:sp>
        <p:nvSpPr>
          <p:cNvPr id="780" name="TextBox 558"/>
          <p:cNvSpPr txBox="1"/>
          <p:nvPr/>
        </p:nvSpPr>
        <p:spPr>
          <a:xfrm>
            <a:off x="19229832" y="2121407"/>
            <a:ext cx="4032505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• Go beyond ranking feature importance by showing whether a factor pushes attrition probability up or down.</a:t>
            </a:r>
          </a:p>
        </p:txBody>
      </p:sp>
      <p:sp>
        <p:nvSpPr>
          <p:cNvPr id="781" name="Rounded Rectangle 559"/>
          <p:cNvSpPr/>
          <p:nvPr/>
        </p:nvSpPr>
        <p:spPr>
          <a:xfrm>
            <a:off x="19202400" y="1645920"/>
            <a:ext cx="434340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82" name="Rectangle 560"/>
          <p:cNvSpPr/>
          <p:nvPr/>
        </p:nvSpPr>
        <p:spPr>
          <a:xfrm>
            <a:off x="19202400" y="1645920"/>
            <a:ext cx="73153" cy="1828801"/>
          </a:xfrm>
          <a:prstGeom prst="rect">
            <a:avLst/>
          </a:prstGeom>
          <a:solidFill>
            <a:srgbClr val="2B5D8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83" name="TextBox 561"/>
          <p:cNvSpPr txBox="1"/>
          <p:nvPr/>
        </p:nvSpPr>
        <p:spPr>
          <a:xfrm>
            <a:off x="19202400" y="1755648"/>
            <a:ext cx="4087368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2. Ensemble + XAI</a:t>
            </a:r>
          </a:p>
        </p:txBody>
      </p:sp>
      <p:sp>
        <p:nvSpPr>
          <p:cNvPr id="784" name="TextBox 562"/>
          <p:cNvSpPr txBox="1"/>
          <p:nvPr/>
        </p:nvSpPr>
        <p:spPr>
          <a:xfrm>
            <a:off x="19229832" y="2121407"/>
            <a:ext cx="4032505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• Use the strongest classifier identified through model comparison and pair it with SHAP for transparent interpretation.</a:t>
            </a:r>
          </a:p>
        </p:txBody>
      </p:sp>
      <p:sp>
        <p:nvSpPr>
          <p:cNvPr id="785" name="Rounded Rectangle 563"/>
          <p:cNvSpPr/>
          <p:nvPr/>
        </p:nvSpPr>
        <p:spPr>
          <a:xfrm>
            <a:off x="19202400" y="1645920"/>
            <a:ext cx="434340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C7D9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86" name="Rectangle 564"/>
          <p:cNvSpPr/>
          <p:nvPr/>
        </p:nvSpPr>
        <p:spPr>
          <a:xfrm>
            <a:off x="19202400" y="1645920"/>
            <a:ext cx="73153" cy="1828801"/>
          </a:xfrm>
          <a:prstGeom prst="rect">
            <a:avLst/>
          </a:prstGeom>
          <a:solidFill>
            <a:srgbClr val="2E7D5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87" name="TextBox 565"/>
          <p:cNvSpPr txBox="1"/>
          <p:nvPr/>
        </p:nvSpPr>
        <p:spPr>
          <a:xfrm>
            <a:off x="19202400" y="1755648"/>
            <a:ext cx="4087368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2E7D5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3. Individual-level insight</a:t>
            </a:r>
          </a:p>
        </p:txBody>
      </p:sp>
      <p:sp>
        <p:nvSpPr>
          <p:cNvPr id="788" name="TextBox 566"/>
          <p:cNvSpPr txBox="1"/>
          <p:nvPr/>
        </p:nvSpPr>
        <p:spPr>
          <a:xfrm>
            <a:off x="19229832" y="2121407"/>
            <a:ext cx="4032505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7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• Move from population-level trends toward employee-specific drivers for targeted retention decisions.</a:t>
            </a:r>
          </a:p>
        </p:txBody>
      </p:sp>
      <p:sp>
        <p:nvSpPr>
          <p:cNvPr id="789" name="TextBox 567"/>
          <p:cNvSpPr txBox="1"/>
          <p:nvPr/>
        </p:nvSpPr>
        <p:spPr>
          <a:xfrm>
            <a:off x="19202400" y="2788920"/>
            <a:ext cx="4754880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Why it matters</a:t>
            </a:r>
          </a:p>
        </p:txBody>
      </p:sp>
      <p:sp>
        <p:nvSpPr>
          <p:cNvPr id="790" name="TextBox 568"/>
          <p:cNvSpPr txBox="1"/>
          <p:nvPr/>
        </p:nvSpPr>
        <p:spPr>
          <a:xfrm>
            <a:off x="19229832" y="3154679"/>
            <a:ext cx="5157217" cy="280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Salary and Premium show inverse relationships with attrition in the base study.</a:t>
            </a:r>
          </a:p>
          <a:p>
            <a:pPr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Some factors can have unexpected effects; e.g., Bonus and Retention may appear positively associated with leaving in a specific employee analysis.</a:t>
            </a:r>
          </a:p>
          <a:p>
            <a:pPr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SHAP helps identify where HR intervention can be focused instead of relying on a generic ranking.</a:t>
            </a:r>
          </a:p>
        </p:txBody>
      </p:sp>
      <p:pic>
        <p:nvPicPr>
          <p:cNvPr id="791" name="Picture 569" descr="Picture 5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0" y="2743200"/>
            <a:ext cx="5212080" cy="4327291"/>
          </a:xfrm>
          <a:prstGeom prst="rect">
            <a:avLst/>
          </a:prstGeom>
          <a:ln w="12700">
            <a:miter lim="400000"/>
          </a:ln>
        </p:spPr>
      </p:pic>
      <p:sp>
        <p:nvSpPr>
          <p:cNvPr id="792" name="TextBox 570"/>
          <p:cNvSpPr txBox="1"/>
          <p:nvPr/>
        </p:nvSpPr>
        <p:spPr>
          <a:xfrm>
            <a:off x="20049301" y="4315967"/>
            <a:ext cx="3518277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300" i="1">
                <a:solidFill>
                  <a:srgbClr val="505050"/>
                </a:solidFill>
              </a:defRPr>
            </a:lvl1pPr>
          </a:lstStyle>
          <a:p>
            <a:r>
              <a:t>Feature importance reported in the base paper</a:t>
            </a:r>
          </a:p>
        </p:txBody>
      </p:sp>
      <p:sp>
        <p:nvSpPr>
          <p:cNvPr id="793" name="TextBox 571"/>
          <p:cNvSpPr txBox="1"/>
          <p:nvPr/>
        </p:nvSpPr>
        <p:spPr>
          <a:xfrm>
            <a:off x="19248119" y="411480"/>
            <a:ext cx="4020739" cy="510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000" b="1">
                <a:solidFill>
                  <a:srgbClr val="232323"/>
                </a:solidFill>
              </a:defRPr>
            </a:lvl1pPr>
          </a:lstStyle>
          <a:p>
            <a:r>
              <a:t>Novelty of the Project</a:t>
            </a:r>
          </a:p>
        </p:txBody>
      </p:sp>
      <p:grpSp>
        <p:nvGrpSpPr>
          <p:cNvPr id="796" name="Rounded Rectangle 572"/>
          <p:cNvGrpSpPr/>
          <p:nvPr/>
        </p:nvGrpSpPr>
        <p:grpSpPr>
          <a:xfrm>
            <a:off x="19202400" y="1129559"/>
            <a:ext cx="3657600" cy="1663658"/>
            <a:chOff x="0" y="0"/>
            <a:chExt cx="3657600" cy="1663656"/>
          </a:xfrm>
        </p:grpSpPr>
        <p:sp>
          <p:nvSpPr>
            <p:cNvPr id="794" name="Rounded Rectangle"/>
            <p:cNvSpPr/>
            <p:nvPr/>
          </p:nvSpPr>
          <p:spPr>
            <a:xfrm>
              <a:off x="0" y="104880"/>
              <a:ext cx="3657600" cy="1417321"/>
            </a:xfrm>
            <a:prstGeom prst="roundRect">
              <a:avLst>
                <a:gd name="adj" fmla="val 16667"/>
              </a:avLst>
            </a:prstGeom>
            <a:solidFill>
              <a:srgbClr val="FAFCFF"/>
            </a:solidFill>
            <a:ln w="19050" cap="flat">
              <a:solidFill>
                <a:srgbClr val="14487D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400"/>
                </a:spcBef>
                <a:defRPr sz="1600">
                  <a:solidFill>
                    <a:srgbClr val="232323"/>
                  </a:solidFill>
                </a:defRPr>
              </a:pPr>
              <a:endParaRPr/>
            </a:p>
          </p:txBody>
        </p:sp>
        <p:sp>
          <p:nvSpPr>
            <p:cNvPr id="795" name="1. Direction-aware explainability…"/>
            <p:cNvSpPr txBox="1"/>
            <p:nvPr/>
          </p:nvSpPr>
          <p:spPr>
            <a:xfrm>
              <a:off x="170153" y="0"/>
              <a:ext cx="3335583" cy="16636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3152" tIns="73152" rIns="73152" bIns="73152" numCol="1" anchor="ctr">
              <a:spAutoFit/>
            </a:bodyPr>
            <a:lstStyle/>
            <a:p>
              <a:pPr algn="ctr">
                <a:defRPr sz="1900" b="1">
                  <a:solidFill>
                    <a:srgbClr val="14487D"/>
                  </a:solidFill>
                </a:defRPr>
              </a:pPr>
              <a:r>
                <a:t>1. Direction-aware explainability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600">
                  <a:solidFill>
                    <a:srgbClr val="232323"/>
                  </a:solidFill>
                </a:defRPr>
              </a:pPr>
              <a:r>
                <a:t>• Goes beyond feature-importance ranking.</a:t>
              </a:r>
            </a:p>
            <a:p>
              <a:pPr>
                <a:spcBef>
                  <a:spcPts val="400"/>
                </a:spcBef>
                <a:defRPr sz="1600">
                  <a:solidFill>
                    <a:srgbClr val="232323"/>
                  </a:solidFill>
                </a:defRPr>
              </a:pPr>
              <a:r>
                <a:t>• Shows whether a factor raises or lowers attrition probability.</a:t>
              </a:r>
            </a:p>
          </p:txBody>
        </p:sp>
      </p:grpSp>
      <p:grpSp>
        <p:nvGrpSpPr>
          <p:cNvPr id="799" name="Rounded Rectangle 573"/>
          <p:cNvGrpSpPr/>
          <p:nvPr/>
        </p:nvGrpSpPr>
        <p:grpSpPr>
          <a:xfrm>
            <a:off x="19202400" y="1234439"/>
            <a:ext cx="3657600" cy="1419078"/>
            <a:chOff x="0" y="0"/>
            <a:chExt cx="3657600" cy="1419076"/>
          </a:xfrm>
        </p:grpSpPr>
        <p:sp>
          <p:nvSpPr>
            <p:cNvPr id="797" name="Rounded Rectangle"/>
            <p:cNvSpPr/>
            <p:nvPr/>
          </p:nvSpPr>
          <p:spPr>
            <a:xfrm>
              <a:off x="0" y="0"/>
              <a:ext cx="3657600" cy="1417320"/>
            </a:xfrm>
            <a:prstGeom prst="roundRect">
              <a:avLst>
                <a:gd name="adj" fmla="val 16667"/>
              </a:avLst>
            </a:prstGeom>
            <a:solidFill>
              <a:srgbClr val="FAFCFF"/>
            </a:solidFill>
            <a:ln w="19050" cap="flat">
              <a:solidFill>
                <a:srgbClr val="14487D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400"/>
                </a:spcBef>
                <a:defRPr sz="1600">
                  <a:solidFill>
                    <a:srgbClr val="232323"/>
                  </a:solidFill>
                </a:defRPr>
              </a:pPr>
              <a:endParaRPr/>
            </a:p>
          </p:txBody>
        </p:sp>
        <p:sp>
          <p:nvSpPr>
            <p:cNvPr id="798" name="2. Ensemble + XAI…"/>
            <p:cNvSpPr txBox="1"/>
            <p:nvPr/>
          </p:nvSpPr>
          <p:spPr>
            <a:xfrm>
              <a:off x="170153" y="34819"/>
              <a:ext cx="3335583" cy="138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3152" tIns="73152" rIns="73152" bIns="73152" numCol="1" anchor="ctr">
              <a:spAutoFit/>
            </a:bodyPr>
            <a:lstStyle/>
            <a:p>
              <a:pPr algn="ctr">
                <a:defRPr sz="1900" b="1">
                  <a:solidFill>
                    <a:srgbClr val="14487D"/>
                  </a:solidFill>
                </a:defRPr>
              </a:pPr>
              <a:r>
                <a:t>2. Ensemble + XAI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600">
                  <a:solidFill>
                    <a:srgbClr val="232323"/>
                  </a:solidFill>
                </a:defRPr>
              </a:pPr>
              <a:r>
                <a:t>• Compare multiple classifiers and select the strongest model.</a:t>
              </a:r>
            </a:p>
            <a:p>
              <a:pPr>
                <a:spcBef>
                  <a:spcPts val="400"/>
                </a:spcBef>
                <a:defRPr sz="1600">
                  <a:solidFill>
                    <a:srgbClr val="232323"/>
                  </a:solidFill>
                </a:defRPr>
              </a:pPr>
              <a:r>
                <a:t>• Pair prediction with SHAP for transparent interpretation.</a:t>
              </a:r>
            </a:p>
          </p:txBody>
        </p:sp>
      </p:grpSp>
      <p:grpSp>
        <p:nvGrpSpPr>
          <p:cNvPr id="802" name="Rounded Rectangle 574"/>
          <p:cNvGrpSpPr/>
          <p:nvPr/>
        </p:nvGrpSpPr>
        <p:grpSpPr>
          <a:xfrm>
            <a:off x="19202400" y="1234439"/>
            <a:ext cx="3657600" cy="1419078"/>
            <a:chOff x="0" y="0"/>
            <a:chExt cx="3657600" cy="1419076"/>
          </a:xfrm>
        </p:grpSpPr>
        <p:sp>
          <p:nvSpPr>
            <p:cNvPr id="800" name="Rounded Rectangle"/>
            <p:cNvSpPr/>
            <p:nvPr/>
          </p:nvSpPr>
          <p:spPr>
            <a:xfrm>
              <a:off x="0" y="0"/>
              <a:ext cx="3657600" cy="1417320"/>
            </a:xfrm>
            <a:prstGeom prst="roundRect">
              <a:avLst>
                <a:gd name="adj" fmla="val 16667"/>
              </a:avLst>
            </a:prstGeom>
            <a:solidFill>
              <a:srgbClr val="FAFCFF"/>
            </a:solidFill>
            <a:ln w="19050" cap="flat">
              <a:solidFill>
                <a:srgbClr val="23785C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400"/>
                </a:spcBef>
                <a:defRPr sz="1600">
                  <a:solidFill>
                    <a:srgbClr val="232323"/>
                  </a:solidFill>
                </a:defRPr>
              </a:pPr>
              <a:endParaRPr/>
            </a:p>
          </p:txBody>
        </p:sp>
        <p:sp>
          <p:nvSpPr>
            <p:cNvPr id="801" name="3. Individual-level insight…"/>
            <p:cNvSpPr txBox="1"/>
            <p:nvPr/>
          </p:nvSpPr>
          <p:spPr>
            <a:xfrm>
              <a:off x="170153" y="34819"/>
              <a:ext cx="3335583" cy="1384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3152" tIns="73152" rIns="73152" bIns="73152" numCol="1" anchor="ctr">
              <a:spAutoFit/>
            </a:bodyPr>
            <a:lstStyle/>
            <a:p>
              <a:pPr algn="ctr">
                <a:defRPr sz="1900" b="1">
                  <a:solidFill>
                    <a:srgbClr val="23785C"/>
                  </a:solidFill>
                </a:defRPr>
              </a:pPr>
              <a:r>
                <a:t>3. Individual-level insight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600">
                  <a:solidFill>
                    <a:srgbClr val="232323"/>
                  </a:solidFill>
                </a:defRPr>
              </a:pPr>
              <a:r>
                <a:t>• Move from population trends to employee-specific drivers.</a:t>
              </a:r>
            </a:p>
            <a:p>
              <a:pPr>
                <a:spcBef>
                  <a:spcPts val="400"/>
                </a:spcBef>
                <a:defRPr sz="1600">
                  <a:solidFill>
                    <a:srgbClr val="232323"/>
                  </a:solidFill>
                </a:defRPr>
              </a:pPr>
              <a:r>
                <a:t>• Support targeted retention decisions.</a:t>
              </a:r>
            </a:p>
          </p:txBody>
        </p:sp>
      </p:grpSp>
      <p:grpSp>
        <p:nvGrpSpPr>
          <p:cNvPr id="805" name="Rounded Rectangle 575"/>
          <p:cNvGrpSpPr/>
          <p:nvPr/>
        </p:nvGrpSpPr>
        <p:grpSpPr>
          <a:xfrm>
            <a:off x="19202400" y="2569947"/>
            <a:ext cx="5166360" cy="2806242"/>
            <a:chOff x="0" y="0"/>
            <a:chExt cx="5166359" cy="2806240"/>
          </a:xfrm>
        </p:grpSpPr>
        <p:sp>
          <p:nvSpPr>
            <p:cNvPr id="803" name="Rounded Rectangle"/>
            <p:cNvSpPr/>
            <p:nvPr/>
          </p:nvSpPr>
          <p:spPr>
            <a:xfrm>
              <a:off x="0" y="310412"/>
              <a:ext cx="5166360" cy="2148841"/>
            </a:xfrm>
            <a:prstGeom prst="roundRect">
              <a:avLst>
                <a:gd name="adj" fmla="val 16667"/>
              </a:avLst>
            </a:prstGeom>
            <a:solidFill>
              <a:srgbClr val="FAFCFF"/>
            </a:solidFill>
            <a:ln w="19050" cap="flat">
              <a:solidFill>
                <a:srgbClr val="14487D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400"/>
                </a:spcBef>
                <a:defRPr sz="1700">
                  <a:solidFill>
                    <a:srgbClr val="232323"/>
                  </a:solidFill>
                </a:defRPr>
              </a:pPr>
              <a:endParaRPr/>
            </a:p>
          </p:txBody>
        </p:sp>
        <p:sp>
          <p:nvSpPr>
            <p:cNvPr id="804" name="Why it matters…"/>
            <p:cNvSpPr txBox="1"/>
            <p:nvPr/>
          </p:nvSpPr>
          <p:spPr>
            <a:xfrm>
              <a:off x="205862" y="-1"/>
              <a:ext cx="4772924" cy="28062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3152" tIns="73152" rIns="73152" bIns="73152" numCol="1" anchor="ctr">
              <a:spAutoFit/>
            </a:bodyPr>
            <a:lstStyle/>
            <a:p>
              <a:pPr algn="ctr">
                <a:defRPr sz="1900" b="1">
                  <a:solidFill>
                    <a:srgbClr val="14487D"/>
                  </a:solidFill>
                </a:defRPr>
              </a:pPr>
              <a:r>
                <a:t>Why it matters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sz="1700">
                  <a:solidFill>
                    <a:srgbClr val="232323"/>
                  </a:solidFill>
                </a:defRPr>
              </a:pPr>
              <a:r>
                <a:t>• Salary and Premium show inverse relationships with attrition in the base study.</a:t>
              </a:r>
            </a:p>
            <a:p>
              <a:pPr>
                <a:spcBef>
                  <a:spcPts val="400"/>
                </a:spcBef>
                <a:defRPr sz="1700">
                  <a:solidFill>
                    <a:srgbClr val="232323"/>
                  </a:solidFill>
                </a:defRPr>
              </a:pPr>
              <a:r>
                <a:t>• Some factors can have unexpected effects; Bonus and Retention may appear positively associated with leaving in a specific employee analysis.</a:t>
              </a:r>
            </a:p>
            <a:p>
              <a:pPr>
                <a:spcBef>
                  <a:spcPts val="400"/>
                </a:spcBef>
                <a:defRPr sz="1700">
                  <a:solidFill>
                    <a:srgbClr val="232323"/>
                  </a:solidFill>
                </a:defRPr>
              </a:pPr>
              <a:r>
                <a:t>• SHAP helps identify where HR intervention can be focused instead of relying only on a generic ranking.</a:t>
              </a:r>
            </a:p>
          </p:txBody>
        </p:sp>
      </p:grpSp>
      <p:pic>
        <p:nvPicPr>
          <p:cNvPr id="806" name="Picture 576" descr="Picture 5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0" y="2788920"/>
            <a:ext cx="5715000" cy="2788921"/>
          </a:xfrm>
          <a:prstGeom prst="rect">
            <a:avLst/>
          </a:prstGeom>
          <a:ln w="12700">
            <a:miter lim="400000"/>
          </a:ln>
        </p:spPr>
      </p:pic>
      <p:sp>
        <p:nvSpPr>
          <p:cNvPr id="807" name="TextBox 577"/>
          <p:cNvSpPr txBox="1"/>
          <p:nvPr/>
        </p:nvSpPr>
        <p:spPr>
          <a:xfrm>
            <a:off x="20300762" y="5596128"/>
            <a:ext cx="3518276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300" i="1">
                <a:solidFill>
                  <a:srgbClr val="505050"/>
                </a:solidFill>
              </a:defRPr>
            </a:lvl1pPr>
          </a:lstStyle>
          <a:p>
            <a:r>
              <a:t>Feature importance reported in the base paper</a:t>
            </a:r>
          </a:p>
        </p:txBody>
      </p:sp>
      <p:grpSp>
        <p:nvGrpSpPr>
          <p:cNvPr id="810" name="Rounded Rectangle 578"/>
          <p:cNvGrpSpPr/>
          <p:nvPr/>
        </p:nvGrpSpPr>
        <p:grpSpPr>
          <a:xfrm>
            <a:off x="3538727" y="1967696"/>
            <a:ext cx="3657601" cy="2201465"/>
            <a:chOff x="0" y="0"/>
            <a:chExt cx="3657600" cy="1575171"/>
          </a:xfrm>
        </p:grpSpPr>
        <p:sp>
          <p:nvSpPr>
            <p:cNvPr id="808" name="Rounded Rectangle"/>
            <p:cNvSpPr/>
            <p:nvPr/>
          </p:nvSpPr>
          <p:spPr>
            <a:xfrm>
              <a:off x="0" y="24061"/>
              <a:ext cx="3657600" cy="1508761"/>
            </a:xfrm>
            <a:prstGeom prst="roundRect">
              <a:avLst>
                <a:gd name="adj" fmla="val 16667"/>
              </a:avLst>
            </a:prstGeom>
            <a:solidFill>
              <a:srgbClr val="FAFCFF"/>
            </a:solidFill>
            <a:ln w="19050" cap="flat">
              <a:solidFill>
                <a:srgbClr val="14487D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300"/>
                </a:spcBef>
                <a:defRPr sz="1500">
                  <a:solidFill>
                    <a:srgbClr val="232323"/>
                  </a:solidFill>
                </a:defRPr>
              </a:pPr>
              <a:endParaRPr/>
            </a:p>
          </p:txBody>
        </p:sp>
        <p:sp>
          <p:nvSpPr>
            <p:cNvPr id="809" name="1. Direction-aware explainability…"/>
            <p:cNvSpPr txBox="1"/>
            <p:nvPr/>
          </p:nvSpPr>
          <p:spPr>
            <a:xfrm>
              <a:off x="174616" y="-1"/>
              <a:ext cx="3326656" cy="15751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3152" tIns="73152" rIns="73152" bIns="73152" numCol="1" anchor="ctr">
              <a:spAutoFit/>
            </a:bodyPr>
            <a:lstStyle/>
            <a:p>
              <a:pPr algn="ctr">
                <a:defRPr sz="1800" b="1">
                  <a:solidFill>
                    <a:srgbClr val="14487D"/>
                  </a:solidFill>
                </a:defRPr>
              </a:pPr>
              <a:r>
                <a:rPr sz="1800" dirty="0"/>
                <a:t>1. Direction-aware explainability</a:t>
              </a:r>
              <a:endParaRPr sz="1800" dirty="0"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sz="1500">
                  <a:solidFill>
                    <a:srgbClr val="232323"/>
                  </a:solidFill>
                </a:defRPr>
              </a:pPr>
              <a:r>
                <a:rPr sz="1800" dirty="0"/>
                <a:t>• Goes beyond feature-importance ranking.</a:t>
              </a:r>
            </a:p>
            <a:p>
              <a:pPr>
                <a:spcBef>
                  <a:spcPts val="300"/>
                </a:spcBef>
                <a:defRPr sz="1500">
                  <a:solidFill>
                    <a:srgbClr val="232323"/>
                  </a:solidFill>
                </a:defRPr>
              </a:pPr>
              <a:r>
                <a:rPr sz="1800" dirty="0"/>
                <a:t>• Shows whether a factor raises or lowers attrition probability.</a:t>
              </a:r>
            </a:p>
          </p:txBody>
        </p:sp>
      </p:grpSp>
      <p:grpSp>
        <p:nvGrpSpPr>
          <p:cNvPr id="813" name="Rounded Rectangle 579"/>
          <p:cNvGrpSpPr/>
          <p:nvPr/>
        </p:nvGrpSpPr>
        <p:grpSpPr>
          <a:xfrm>
            <a:off x="7315200" y="1990846"/>
            <a:ext cx="3657600" cy="2135966"/>
            <a:chOff x="0" y="0"/>
            <a:chExt cx="3657600" cy="1508761"/>
          </a:xfrm>
        </p:grpSpPr>
        <p:sp>
          <p:nvSpPr>
            <p:cNvPr id="811" name="Rounded Rectangle"/>
            <p:cNvSpPr/>
            <p:nvPr/>
          </p:nvSpPr>
          <p:spPr>
            <a:xfrm>
              <a:off x="0" y="0"/>
              <a:ext cx="3657600" cy="1508761"/>
            </a:xfrm>
            <a:prstGeom prst="roundRect">
              <a:avLst>
                <a:gd name="adj" fmla="val 16667"/>
              </a:avLst>
            </a:prstGeom>
            <a:solidFill>
              <a:srgbClr val="FAFCFF"/>
            </a:solidFill>
            <a:ln w="19050" cap="flat">
              <a:solidFill>
                <a:srgbClr val="14487D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300"/>
                </a:spcBef>
                <a:defRPr sz="1500">
                  <a:solidFill>
                    <a:srgbClr val="232323"/>
                  </a:solidFill>
                </a:defRPr>
              </a:pPr>
              <a:endParaRPr/>
            </a:p>
          </p:txBody>
        </p:sp>
        <p:sp>
          <p:nvSpPr>
            <p:cNvPr id="812" name="2. Ensemble + XAI…"/>
            <p:cNvSpPr txBox="1"/>
            <p:nvPr/>
          </p:nvSpPr>
          <p:spPr>
            <a:xfrm>
              <a:off x="163042" y="80558"/>
              <a:ext cx="3326656" cy="11370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3152" tIns="73152" rIns="73152" bIns="73152" numCol="1" anchor="ctr">
              <a:spAutoFit/>
            </a:bodyPr>
            <a:lstStyle/>
            <a:p>
              <a:pPr algn="ctr">
                <a:defRPr sz="1800" b="1">
                  <a:solidFill>
                    <a:srgbClr val="14487D"/>
                  </a:solidFill>
                </a:defRPr>
              </a:pPr>
              <a:r>
                <a:rPr sz="1800" dirty="0"/>
                <a:t>2. Ensemble + XAI</a:t>
              </a:r>
              <a:endParaRPr sz="1800" dirty="0"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sz="1500">
                  <a:solidFill>
                    <a:srgbClr val="232323"/>
                  </a:solidFill>
                </a:defRPr>
              </a:pPr>
              <a:r>
                <a:rPr sz="1800" dirty="0"/>
                <a:t>• Compare multiple classifiers and select the strongest model.</a:t>
              </a:r>
            </a:p>
            <a:p>
              <a:pPr>
                <a:spcBef>
                  <a:spcPts val="300"/>
                </a:spcBef>
                <a:defRPr sz="1500">
                  <a:solidFill>
                    <a:srgbClr val="232323"/>
                  </a:solidFill>
                </a:defRPr>
              </a:pPr>
              <a:r>
                <a:rPr sz="1800" dirty="0"/>
                <a:t>• Pair prediction with SHAP for transparent interpretation.</a:t>
              </a:r>
            </a:p>
          </p:txBody>
        </p:sp>
      </p:grpSp>
      <p:grpSp>
        <p:nvGrpSpPr>
          <p:cNvPr id="816" name="Rounded Rectangle 580"/>
          <p:cNvGrpSpPr/>
          <p:nvPr/>
        </p:nvGrpSpPr>
        <p:grpSpPr>
          <a:xfrm>
            <a:off x="11091671" y="1979272"/>
            <a:ext cx="3735499" cy="2147541"/>
            <a:chOff x="0" y="0"/>
            <a:chExt cx="3657600" cy="1508761"/>
          </a:xfrm>
        </p:grpSpPr>
        <p:sp>
          <p:nvSpPr>
            <p:cNvPr id="814" name="Rounded Rectangle"/>
            <p:cNvSpPr/>
            <p:nvPr/>
          </p:nvSpPr>
          <p:spPr>
            <a:xfrm>
              <a:off x="0" y="0"/>
              <a:ext cx="3657600" cy="1508761"/>
            </a:xfrm>
            <a:prstGeom prst="roundRect">
              <a:avLst>
                <a:gd name="adj" fmla="val 16667"/>
              </a:avLst>
            </a:prstGeom>
            <a:solidFill>
              <a:srgbClr val="FAFCFF"/>
            </a:solidFill>
            <a:ln w="19050" cap="flat">
              <a:solidFill>
                <a:srgbClr val="23785C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300"/>
                </a:spcBef>
                <a:defRPr sz="1500">
                  <a:solidFill>
                    <a:srgbClr val="232323"/>
                  </a:solidFill>
                </a:defRPr>
              </a:pPr>
              <a:endParaRPr/>
            </a:p>
          </p:txBody>
        </p:sp>
        <p:sp>
          <p:nvSpPr>
            <p:cNvPr id="815" name="3. Individual-level insight…"/>
            <p:cNvSpPr txBox="1"/>
            <p:nvPr/>
          </p:nvSpPr>
          <p:spPr>
            <a:xfrm>
              <a:off x="151708" y="14244"/>
              <a:ext cx="3326656" cy="1466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3152" tIns="73152" rIns="73152" bIns="73152" numCol="1" anchor="ctr">
              <a:spAutoFit/>
            </a:bodyPr>
            <a:lstStyle/>
            <a:p>
              <a:pPr algn="ctr">
                <a:defRPr sz="1800" b="1">
                  <a:solidFill>
                    <a:srgbClr val="23785C"/>
                  </a:solidFill>
                </a:defRPr>
              </a:pPr>
              <a:r>
                <a:rPr sz="1800" dirty="0"/>
                <a:t>3. Individual-level insight</a:t>
              </a:r>
              <a:endParaRPr sz="1800" dirty="0">
                <a:solidFill>
                  <a:srgbClr val="FFFFFF"/>
                </a:solidFill>
              </a:endParaRP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800" b="1" dirty="0"/>
                <a:t>Personalized Diagnosis:</a:t>
              </a:r>
              <a:r>
                <a:rPr lang="en-US" sz="1800" dirty="0"/>
                <a:t> Finds why a specific person might leave.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800" b="1" dirty="0"/>
                <a:t>Targeted Action:</a:t>
              </a:r>
              <a:r>
                <a:rPr lang="en-US" sz="1800" dirty="0"/>
                <a:t> Guides the right fix for that employee.</a:t>
              </a:r>
            </a:p>
          </p:txBody>
        </p:sp>
      </p:grpSp>
      <p:grpSp>
        <p:nvGrpSpPr>
          <p:cNvPr id="819" name="Rounded Rectangle 581"/>
          <p:cNvGrpSpPr/>
          <p:nvPr/>
        </p:nvGrpSpPr>
        <p:grpSpPr>
          <a:xfrm>
            <a:off x="960699" y="4355410"/>
            <a:ext cx="7744391" cy="3492226"/>
            <a:chOff x="0" y="0"/>
            <a:chExt cx="5166360" cy="2331721"/>
          </a:xfrm>
        </p:grpSpPr>
        <p:sp>
          <p:nvSpPr>
            <p:cNvPr id="817" name="Rounded Rectangle"/>
            <p:cNvSpPr/>
            <p:nvPr/>
          </p:nvSpPr>
          <p:spPr>
            <a:xfrm>
              <a:off x="0" y="0"/>
              <a:ext cx="5166360" cy="2331721"/>
            </a:xfrm>
            <a:prstGeom prst="roundRect">
              <a:avLst>
                <a:gd name="adj" fmla="val 16667"/>
              </a:avLst>
            </a:prstGeom>
            <a:solidFill>
              <a:srgbClr val="FAFCFF"/>
            </a:solidFill>
            <a:ln w="19050" cap="flat">
              <a:solidFill>
                <a:srgbClr val="14487D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300"/>
                </a:spcBef>
                <a:defRPr sz="1500">
                  <a:solidFill>
                    <a:srgbClr val="232323"/>
                  </a:solidFill>
                </a:defRPr>
              </a:pPr>
              <a:endParaRPr/>
            </a:p>
          </p:txBody>
        </p:sp>
        <p:sp>
          <p:nvSpPr>
            <p:cNvPr id="818" name="Why it matters…"/>
            <p:cNvSpPr txBox="1"/>
            <p:nvPr/>
          </p:nvSpPr>
          <p:spPr>
            <a:xfrm>
              <a:off x="214789" y="406438"/>
              <a:ext cx="4755070" cy="1537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3152" tIns="73152" rIns="73152" bIns="73152" numCol="1" anchor="ctr">
              <a:spAutoFit/>
            </a:bodyPr>
            <a:lstStyle/>
            <a:p>
              <a:pPr algn="ctr">
                <a:defRPr sz="1800" b="1">
                  <a:solidFill>
                    <a:srgbClr val="14487D"/>
                  </a:solidFill>
                </a:defRPr>
              </a:pPr>
              <a:r>
                <a:rPr sz="2000" dirty="0"/>
                <a:t>Why it matters</a:t>
              </a:r>
              <a:endParaRPr sz="2000" dirty="0">
                <a:solidFill>
                  <a:srgbClr val="FFFFFF"/>
                </a:solidFill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000" b="1" dirty="0"/>
                <a:t>Proves what works:</a:t>
              </a:r>
              <a:r>
                <a:rPr lang="en-US" sz="2000" dirty="0"/>
                <a:t> Higher pay and rewards clearly keep employees.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000" b="1" dirty="0"/>
                <a:t>Finds hidden problems:</a:t>
              </a:r>
              <a:r>
                <a:rPr lang="en-US" sz="2000" dirty="0"/>
                <a:t> Catches strange reasons why good employees still quit.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000" b="1" dirty="0"/>
                <a:t>Exact solutions:</a:t>
              </a:r>
              <a:r>
                <a:rPr lang="en-US" sz="2000" dirty="0"/>
                <a:t> Tells HR </a:t>
              </a:r>
              <a:r>
                <a:rPr lang="en-US" sz="2000" i="1" dirty="0"/>
                <a:t>what to fix</a:t>
              </a:r>
              <a:r>
                <a:rPr lang="en-US" sz="2000" dirty="0"/>
                <a:t> for each person, not just a score.</a:t>
              </a:r>
            </a:p>
          </p:txBody>
        </p:sp>
      </p:grpSp>
      <p:pic>
        <p:nvPicPr>
          <p:cNvPr id="820" name="Picture 582" descr="Picture 5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726" y="4448587"/>
            <a:ext cx="6866913" cy="3074958"/>
          </a:xfrm>
          <a:prstGeom prst="rect">
            <a:avLst/>
          </a:prstGeom>
          <a:ln w="12700">
            <a:miter lim="400000"/>
          </a:ln>
        </p:spPr>
      </p:pic>
      <p:sp>
        <p:nvSpPr>
          <p:cNvPr id="821" name="TextBox 583"/>
          <p:cNvSpPr txBox="1"/>
          <p:nvPr/>
        </p:nvSpPr>
        <p:spPr>
          <a:xfrm>
            <a:off x="10898995" y="7591346"/>
            <a:ext cx="3518277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300" i="1">
                <a:solidFill>
                  <a:srgbClr val="505050"/>
                </a:solidFill>
              </a:defRPr>
            </a:lvl1pPr>
          </a:lstStyle>
          <a:p>
            <a:r>
              <a:rPr dirty="0"/>
              <a:t>Feature importance reported in the base paper</a:t>
            </a:r>
          </a:p>
        </p:txBody>
      </p:sp>
      <p:sp>
        <p:nvSpPr>
          <p:cNvPr id="822" name="TextBox 584"/>
          <p:cNvSpPr txBox="1"/>
          <p:nvPr/>
        </p:nvSpPr>
        <p:spPr>
          <a:xfrm>
            <a:off x="5976163" y="594103"/>
            <a:ext cx="642900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000" b="1">
                <a:solidFill>
                  <a:srgbClr val="232323"/>
                </a:solidFill>
              </a:defRPr>
            </a:lvl1pPr>
          </a:lstStyle>
          <a:p>
            <a:r>
              <a:rPr sz="4800" dirty="0"/>
              <a:t>Novelty of the Project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560;p66"/>
          <p:cNvSpPr txBox="1"/>
          <p:nvPr/>
        </p:nvSpPr>
        <p:spPr>
          <a:xfrm>
            <a:off x="2328554" y="593138"/>
            <a:ext cx="13329950" cy="946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40007"/>
              </a:lnSpc>
              <a:defRPr sz="30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rPr sz="4800" dirty="0"/>
              <a:t>Work to be Shown in the Next Presentation</a:t>
            </a:r>
          </a:p>
        </p:txBody>
      </p:sp>
      <p:sp>
        <p:nvSpPr>
          <p:cNvPr id="825" name="Rounded Rectangle 560"/>
          <p:cNvSpPr/>
          <p:nvPr/>
        </p:nvSpPr>
        <p:spPr>
          <a:xfrm>
            <a:off x="2125979" y="2790888"/>
            <a:ext cx="4343401" cy="16916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6" name="Rectangle 561"/>
          <p:cNvSpPr/>
          <p:nvPr/>
        </p:nvSpPr>
        <p:spPr>
          <a:xfrm>
            <a:off x="2125979" y="2790888"/>
            <a:ext cx="73153" cy="1691641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7" name="TextBox 562"/>
          <p:cNvSpPr txBox="1"/>
          <p:nvPr/>
        </p:nvSpPr>
        <p:spPr>
          <a:xfrm>
            <a:off x="2290572" y="2900616"/>
            <a:ext cx="4087368" cy="408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19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dirty="0"/>
              <a:t>EDA</a:t>
            </a:r>
          </a:p>
        </p:txBody>
      </p:sp>
      <p:sp>
        <p:nvSpPr>
          <p:cNvPr id="828" name="TextBox 563"/>
          <p:cNvSpPr txBox="1"/>
          <p:nvPr/>
        </p:nvSpPr>
        <p:spPr>
          <a:xfrm>
            <a:off x="2299716" y="3439996"/>
            <a:ext cx="4032504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dirty="0"/>
              <a:t>• Load/validate HR dataset; inspect distributions and attrition imbalance.</a:t>
            </a:r>
          </a:p>
        </p:txBody>
      </p:sp>
      <p:sp>
        <p:nvSpPr>
          <p:cNvPr id="833" name="Rounded Rectangle 568"/>
          <p:cNvSpPr/>
          <p:nvPr/>
        </p:nvSpPr>
        <p:spPr>
          <a:xfrm>
            <a:off x="11031540" y="2733014"/>
            <a:ext cx="4343401" cy="16916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4" name="Rectangle 569"/>
          <p:cNvSpPr/>
          <p:nvPr/>
        </p:nvSpPr>
        <p:spPr>
          <a:xfrm>
            <a:off x="10985241" y="2744590"/>
            <a:ext cx="73153" cy="1691641"/>
          </a:xfrm>
          <a:prstGeom prst="rect">
            <a:avLst/>
          </a:prstGeom>
          <a:solidFill>
            <a:srgbClr val="2E7D5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5" name="TextBox 570"/>
          <p:cNvSpPr txBox="1"/>
          <p:nvPr/>
        </p:nvSpPr>
        <p:spPr>
          <a:xfrm>
            <a:off x="11196133" y="2842742"/>
            <a:ext cx="2635613" cy="408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864" tIns="54864" rIns="54864" bIns="54864">
            <a:spAutoFit/>
          </a:bodyPr>
          <a:lstStyle>
            <a:lvl1pPr>
              <a:lnSpc>
                <a:spcPct val="104999"/>
              </a:lnSpc>
              <a:defRPr sz="1900" b="1">
                <a:solidFill>
                  <a:srgbClr val="2E7D5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dirty="0"/>
              <a:t>Model training</a:t>
            </a:r>
          </a:p>
        </p:txBody>
      </p:sp>
      <p:sp>
        <p:nvSpPr>
          <p:cNvPr id="836" name="TextBox 571"/>
          <p:cNvSpPr txBox="1"/>
          <p:nvPr/>
        </p:nvSpPr>
        <p:spPr>
          <a:xfrm>
            <a:off x="11170554" y="3370548"/>
            <a:ext cx="4032505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dirty="0"/>
              <a:t>• Train baseline models and Random Forest with controlled train/test splits.</a:t>
            </a:r>
          </a:p>
        </p:txBody>
      </p:sp>
      <p:sp>
        <p:nvSpPr>
          <p:cNvPr id="837" name="Rounded Rectangle 572"/>
          <p:cNvSpPr/>
          <p:nvPr/>
        </p:nvSpPr>
        <p:spPr>
          <a:xfrm>
            <a:off x="2125979" y="4939728"/>
            <a:ext cx="4343401" cy="16916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8" name="Rectangle 573"/>
          <p:cNvSpPr/>
          <p:nvPr/>
        </p:nvSpPr>
        <p:spPr>
          <a:xfrm>
            <a:off x="2125979" y="4939728"/>
            <a:ext cx="73153" cy="1691641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9" name="TextBox 574"/>
          <p:cNvSpPr txBox="1"/>
          <p:nvPr/>
        </p:nvSpPr>
        <p:spPr>
          <a:xfrm>
            <a:off x="2290572" y="5049456"/>
            <a:ext cx="4087368" cy="40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19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Evaluation</a:t>
            </a:r>
          </a:p>
        </p:txBody>
      </p:sp>
      <p:sp>
        <p:nvSpPr>
          <p:cNvPr id="840" name="TextBox 575"/>
          <p:cNvSpPr txBox="1"/>
          <p:nvPr/>
        </p:nvSpPr>
        <p:spPr>
          <a:xfrm>
            <a:off x="2276567" y="5577262"/>
            <a:ext cx="4032504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dirty="0"/>
              <a:t>• Compare AUC, sensitivity, specificity and accuracy.</a:t>
            </a:r>
          </a:p>
        </p:txBody>
      </p:sp>
      <p:sp>
        <p:nvSpPr>
          <p:cNvPr id="841" name="Rounded Rectangle 576"/>
          <p:cNvSpPr/>
          <p:nvPr/>
        </p:nvSpPr>
        <p:spPr>
          <a:xfrm>
            <a:off x="11058163" y="4893430"/>
            <a:ext cx="4343400" cy="16916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2" name="Rectangle 577"/>
          <p:cNvSpPr/>
          <p:nvPr/>
        </p:nvSpPr>
        <p:spPr>
          <a:xfrm>
            <a:off x="10988715" y="4905003"/>
            <a:ext cx="73153" cy="1691641"/>
          </a:xfrm>
          <a:prstGeom prst="rect">
            <a:avLst/>
          </a:prstGeom>
          <a:solidFill>
            <a:srgbClr val="2B5D8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3" name="TextBox 578"/>
          <p:cNvSpPr txBox="1"/>
          <p:nvPr/>
        </p:nvSpPr>
        <p:spPr>
          <a:xfrm>
            <a:off x="11222753" y="4956858"/>
            <a:ext cx="4087369" cy="40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1900" b="1">
                <a:solidFill>
                  <a:srgbClr val="2B5D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dirty="0"/>
              <a:t>Explainability</a:t>
            </a:r>
          </a:p>
        </p:txBody>
      </p:sp>
      <p:sp>
        <p:nvSpPr>
          <p:cNvPr id="844" name="TextBox 579"/>
          <p:cNvSpPr txBox="1"/>
          <p:nvPr/>
        </p:nvSpPr>
        <p:spPr>
          <a:xfrm>
            <a:off x="11220324" y="5496238"/>
            <a:ext cx="4032505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rPr dirty="0"/>
              <a:t>• Generate SHAP global and individual explanations.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565;p67"/>
          <p:cNvSpPr txBox="1"/>
          <p:nvPr/>
        </p:nvSpPr>
        <p:spPr>
          <a:xfrm>
            <a:off x="19202400" y="894622"/>
            <a:ext cx="16992600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40007"/>
              </a:lnSpc>
              <a:defRPr sz="29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Major Project Schedule – Gantt Chart</a:t>
            </a:r>
          </a:p>
        </p:txBody>
      </p:sp>
      <p:sp>
        <p:nvSpPr>
          <p:cNvPr id="852" name="TextBox 565"/>
          <p:cNvSpPr txBox="1"/>
          <p:nvPr/>
        </p:nvSpPr>
        <p:spPr>
          <a:xfrm>
            <a:off x="19202400" y="1261872"/>
            <a:ext cx="1645921" cy="734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>
              <a:lnSpc>
                <a:spcPct val="104999"/>
              </a:lnSpc>
              <a:defRPr sz="20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Planned schedule</a:t>
            </a:r>
          </a:p>
        </p:txBody>
      </p:sp>
      <p:sp>
        <p:nvSpPr>
          <p:cNvPr id="853" name="TextBox 566"/>
          <p:cNvSpPr txBox="1"/>
          <p:nvPr/>
        </p:nvSpPr>
        <p:spPr>
          <a:xfrm>
            <a:off x="19202400" y="1810511"/>
            <a:ext cx="1325881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W1</a:t>
            </a:r>
          </a:p>
        </p:txBody>
      </p:sp>
      <p:sp>
        <p:nvSpPr>
          <p:cNvPr id="854" name="TextBox 567"/>
          <p:cNvSpPr txBox="1"/>
          <p:nvPr/>
        </p:nvSpPr>
        <p:spPr>
          <a:xfrm>
            <a:off x="19202400" y="1810511"/>
            <a:ext cx="1325881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W2</a:t>
            </a:r>
          </a:p>
        </p:txBody>
      </p:sp>
      <p:sp>
        <p:nvSpPr>
          <p:cNvPr id="855" name="TextBox 568"/>
          <p:cNvSpPr txBox="1"/>
          <p:nvPr/>
        </p:nvSpPr>
        <p:spPr>
          <a:xfrm>
            <a:off x="19202400" y="1810511"/>
            <a:ext cx="1325881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W3</a:t>
            </a:r>
          </a:p>
        </p:txBody>
      </p:sp>
      <p:sp>
        <p:nvSpPr>
          <p:cNvPr id="856" name="TextBox 569"/>
          <p:cNvSpPr txBox="1"/>
          <p:nvPr/>
        </p:nvSpPr>
        <p:spPr>
          <a:xfrm>
            <a:off x="19202400" y="1810511"/>
            <a:ext cx="1325881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W4</a:t>
            </a:r>
          </a:p>
        </p:txBody>
      </p:sp>
      <p:sp>
        <p:nvSpPr>
          <p:cNvPr id="857" name="TextBox 570"/>
          <p:cNvSpPr txBox="1"/>
          <p:nvPr/>
        </p:nvSpPr>
        <p:spPr>
          <a:xfrm>
            <a:off x="19202400" y="1810511"/>
            <a:ext cx="1325881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W5</a:t>
            </a:r>
          </a:p>
        </p:txBody>
      </p:sp>
      <p:sp>
        <p:nvSpPr>
          <p:cNvPr id="858" name="TextBox 571"/>
          <p:cNvSpPr txBox="1"/>
          <p:nvPr/>
        </p:nvSpPr>
        <p:spPr>
          <a:xfrm>
            <a:off x="19202400" y="1810511"/>
            <a:ext cx="1325881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W6</a:t>
            </a:r>
          </a:p>
        </p:txBody>
      </p:sp>
      <p:sp>
        <p:nvSpPr>
          <p:cNvPr id="859" name="TextBox 572"/>
          <p:cNvSpPr txBox="1"/>
          <p:nvPr/>
        </p:nvSpPr>
        <p:spPr>
          <a:xfrm>
            <a:off x="19202400" y="1810511"/>
            <a:ext cx="1325881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W7</a:t>
            </a:r>
          </a:p>
        </p:txBody>
      </p:sp>
      <p:sp>
        <p:nvSpPr>
          <p:cNvPr id="860" name="TextBox 573"/>
          <p:cNvSpPr txBox="1"/>
          <p:nvPr/>
        </p:nvSpPr>
        <p:spPr>
          <a:xfrm>
            <a:off x="19202400" y="1810511"/>
            <a:ext cx="1325881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6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W8</a:t>
            </a:r>
          </a:p>
        </p:txBody>
      </p:sp>
      <p:sp>
        <p:nvSpPr>
          <p:cNvPr id="861" name="TextBox 574"/>
          <p:cNvSpPr txBox="1"/>
          <p:nvPr/>
        </p:nvSpPr>
        <p:spPr>
          <a:xfrm>
            <a:off x="19202400" y="2166682"/>
            <a:ext cx="2743200" cy="531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Literature &amp; problem definition</a:t>
            </a:r>
          </a:p>
        </p:txBody>
      </p:sp>
      <p:sp>
        <p:nvSpPr>
          <p:cNvPr id="862" name="Rectangle 575"/>
          <p:cNvSpPr/>
          <p:nvPr/>
        </p:nvSpPr>
        <p:spPr>
          <a:xfrm>
            <a:off x="19202400" y="219456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3" name="Rectangle 576"/>
          <p:cNvSpPr/>
          <p:nvPr/>
        </p:nvSpPr>
        <p:spPr>
          <a:xfrm>
            <a:off x="19202400" y="219456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4" name="Rectangle 577"/>
          <p:cNvSpPr/>
          <p:nvPr/>
        </p:nvSpPr>
        <p:spPr>
          <a:xfrm>
            <a:off x="19202400" y="219456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5" name="Rectangle 578"/>
          <p:cNvSpPr/>
          <p:nvPr/>
        </p:nvSpPr>
        <p:spPr>
          <a:xfrm>
            <a:off x="19202400" y="219456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6" name="Rectangle 579"/>
          <p:cNvSpPr/>
          <p:nvPr/>
        </p:nvSpPr>
        <p:spPr>
          <a:xfrm>
            <a:off x="19202400" y="219456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7" name="Rectangle 580"/>
          <p:cNvSpPr/>
          <p:nvPr/>
        </p:nvSpPr>
        <p:spPr>
          <a:xfrm>
            <a:off x="19202400" y="219456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8" name="Rectangle 581"/>
          <p:cNvSpPr/>
          <p:nvPr/>
        </p:nvSpPr>
        <p:spPr>
          <a:xfrm>
            <a:off x="19202400" y="219456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9" name="Rectangle 582"/>
          <p:cNvSpPr/>
          <p:nvPr/>
        </p:nvSpPr>
        <p:spPr>
          <a:xfrm>
            <a:off x="19202400" y="219456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0" name="Rounded Rectangle 583"/>
          <p:cNvSpPr/>
          <p:nvPr/>
        </p:nvSpPr>
        <p:spPr>
          <a:xfrm>
            <a:off x="19202400" y="2249423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1" name="TextBox 584"/>
          <p:cNvSpPr txBox="1"/>
          <p:nvPr/>
        </p:nvSpPr>
        <p:spPr>
          <a:xfrm>
            <a:off x="19202400" y="2642171"/>
            <a:ext cx="2743200" cy="531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Dataset acquisition &amp; understanding</a:t>
            </a:r>
          </a:p>
        </p:txBody>
      </p:sp>
      <p:sp>
        <p:nvSpPr>
          <p:cNvPr id="872" name="Rectangle 585"/>
          <p:cNvSpPr/>
          <p:nvPr/>
        </p:nvSpPr>
        <p:spPr>
          <a:xfrm>
            <a:off x="19202400" y="267004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3" name="Rectangle 586"/>
          <p:cNvSpPr/>
          <p:nvPr/>
        </p:nvSpPr>
        <p:spPr>
          <a:xfrm>
            <a:off x="19202400" y="267004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4" name="Rectangle 587"/>
          <p:cNvSpPr/>
          <p:nvPr/>
        </p:nvSpPr>
        <p:spPr>
          <a:xfrm>
            <a:off x="19202400" y="267004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5" name="Rectangle 588"/>
          <p:cNvSpPr/>
          <p:nvPr/>
        </p:nvSpPr>
        <p:spPr>
          <a:xfrm>
            <a:off x="19202400" y="267004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6" name="Rectangle 589"/>
          <p:cNvSpPr/>
          <p:nvPr/>
        </p:nvSpPr>
        <p:spPr>
          <a:xfrm>
            <a:off x="19202400" y="267004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7" name="Rectangle 590"/>
          <p:cNvSpPr/>
          <p:nvPr/>
        </p:nvSpPr>
        <p:spPr>
          <a:xfrm>
            <a:off x="19202400" y="267004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8" name="Rectangle 591"/>
          <p:cNvSpPr/>
          <p:nvPr/>
        </p:nvSpPr>
        <p:spPr>
          <a:xfrm>
            <a:off x="19202400" y="267004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9" name="Rectangle 592"/>
          <p:cNvSpPr/>
          <p:nvPr/>
        </p:nvSpPr>
        <p:spPr>
          <a:xfrm>
            <a:off x="19202400" y="267004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0" name="Rounded Rectangle 593"/>
          <p:cNvSpPr/>
          <p:nvPr/>
        </p:nvSpPr>
        <p:spPr>
          <a:xfrm>
            <a:off x="19202400" y="2724911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2B5D8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1" name="Rounded Rectangle 594"/>
          <p:cNvSpPr/>
          <p:nvPr/>
        </p:nvSpPr>
        <p:spPr>
          <a:xfrm>
            <a:off x="19202400" y="2724911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2B5D8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2" name="TextBox 595"/>
          <p:cNvSpPr txBox="1"/>
          <p:nvPr/>
        </p:nvSpPr>
        <p:spPr>
          <a:xfrm>
            <a:off x="19202400" y="3244341"/>
            <a:ext cx="2743200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Preprocessing &amp; EDA</a:t>
            </a:r>
          </a:p>
        </p:txBody>
      </p:sp>
      <p:sp>
        <p:nvSpPr>
          <p:cNvPr id="883" name="Rectangle 596"/>
          <p:cNvSpPr/>
          <p:nvPr/>
        </p:nvSpPr>
        <p:spPr>
          <a:xfrm>
            <a:off x="19202400" y="3145535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4" name="Rectangle 597"/>
          <p:cNvSpPr/>
          <p:nvPr/>
        </p:nvSpPr>
        <p:spPr>
          <a:xfrm>
            <a:off x="19202400" y="3145535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5" name="Rectangle 598"/>
          <p:cNvSpPr/>
          <p:nvPr/>
        </p:nvSpPr>
        <p:spPr>
          <a:xfrm>
            <a:off x="19202400" y="3145535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6" name="Rectangle 599"/>
          <p:cNvSpPr/>
          <p:nvPr/>
        </p:nvSpPr>
        <p:spPr>
          <a:xfrm>
            <a:off x="19202400" y="3145535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7" name="Rectangle 600"/>
          <p:cNvSpPr/>
          <p:nvPr/>
        </p:nvSpPr>
        <p:spPr>
          <a:xfrm>
            <a:off x="19202400" y="3145535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8" name="Rectangle 601"/>
          <p:cNvSpPr/>
          <p:nvPr/>
        </p:nvSpPr>
        <p:spPr>
          <a:xfrm>
            <a:off x="19202400" y="3145535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9" name="Rectangle 602"/>
          <p:cNvSpPr/>
          <p:nvPr/>
        </p:nvSpPr>
        <p:spPr>
          <a:xfrm>
            <a:off x="19202400" y="3145535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0" name="Rectangle 603"/>
          <p:cNvSpPr/>
          <p:nvPr/>
        </p:nvSpPr>
        <p:spPr>
          <a:xfrm>
            <a:off x="19202400" y="3145535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1" name="Rounded Rectangle 604"/>
          <p:cNvSpPr/>
          <p:nvPr/>
        </p:nvSpPr>
        <p:spPr>
          <a:xfrm>
            <a:off x="19202400" y="3200400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2E7D5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2" name="Rounded Rectangle 605"/>
          <p:cNvSpPr/>
          <p:nvPr/>
        </p:nvSpPr>
        <p:spPr>
          <a:xfrm>
            <a:off x="19202400" y="3200400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2E7D5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3" name="Rounded Rectangle 606"/>
          <p:cNvSpPr/>
          <p:nvPr/>
        </p:nvSpPr>
        <p:spPr>
          <a:xfrm>
            <a:off x="19202400" y="3200400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2E7D5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4" name="TextBox 607"/>
          <p:cNvSpPr txBox="1"/>
          <p:nvPr/>
        </p:nvSpPr>
        <p:spPr>
          <a:xfrm>
            <a:off x="19202400" y="3593147"/>
            <a:ext cx="2743200" cy="531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Model development &amp; comparison</a:t>
            </a:r>
          </a:p>
        </p:txBody>
      </p:sp>
      <p:sp>
        <p:nvSpPr>
          <p:cNvPr id="895" name="Rectangle 608"/>
          <p:cNvSpPr/>
          <p:nvPr/>
        </p:nvSpPr>
        <p:spPr>
          <a:xfrm>
            <a:off x="19202400" y="3621023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6" name="Rectangle 609"/>
          <p:cNvSpPr/>
          <p:nvPr/>
        </p:nvSpPr>
        <p:spPr>
          <a:xfrm>
            <a:off x="19202400" y="3621023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7" name="Rectangle 610"/>
          <p:cNvSpPr/>
          <p:nvPr/>
        </p:nvSpPr>
        <p:spPr>
          <a:xfrm>
            <a:off x="19202400" y="3621023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8" name="Rectangle 611"/>
          <p:cNvSpPr/>
          <p:nvPr/>
        </p:nvSpPr>
        <p:spPr>
          <a:xfrm>
            <a:off x="19202400" y="3621023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9" name="Rectangle 612"/>
          <p:cNvSpPr/>
          <p:nvPr/>
        </p:nvSpPr>
        <p:spPr>
          <a:xfrm>
            <a:off x="19202400" y="3621023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0" name="Rectangle 613"/>
          <p:cNvSpPr/>
          <p:nvPr/>
        </p:nvSpPr>
        <p:spPr>
          <a:xfrm>
            <a:off x="19202400" y="3621023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1" name="Rectangle 614"/>
          <p:cNvSpPr/>
          <p:nvPr/>
        </p:nvSpPr>
        <p:spPr>
          <a:xfrm>
            <a:off x="19202400" y="3621023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2" name="Rectangle 615"/>
          <p:cNvSpPr/>
          <p:nvPr/>
        </p:nvSpPr>
        <p:spPr>
          <a:xfrm>
            <a:off x="19202400" y="3621023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3" name="Rounded Rectangle 616"/>
          <p:cNvSpPr/>
          <p:nvPr/>
        </p:nvSpPr>
        <p:spPr>
          <a:xfrm>
            <a:off x="19202400" y="3675888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4" name="Rounded Rectangle 617"/>
          <p:cNvSpPr/>
          <p:nvPr/>
        </p:nvSpPr>
        <p:spPr>
          <a:xfrm>
            <a:off x="19202400" y="3675888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5" name="TextBox 618"/>
          <p:cNvSpPr txBox="1"/>
          <p:nvPr/>
        </p:nvSpPr>
        <p:spPr>
          <a:xfrm>
            <a:off x="19202400" y="4195317"/>
            <a:ext cx="2743200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SHAP &amp; interpretation</a:t>
            </a:r>
          </a:p>
        </p:txBody>
      </p:sp>
      <p:sp>
        <p:nvSpPr>
          <p:cNvPr id="906" name="Rectangle 619"/>
          <p:cNvSpPr/>
          <p:nvPr/>
        </p:nvSpPr>
        <p:spPr>
          <a:xfrm>
            <a:off x="19202400" y="4096511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7" name="Rectangle 620"/>
          <p:cNvSpPr/>
          <p:nvPr/>
        </p:nvSpPr>
        <p:spPr>
          <a:xfrm>
            <a:off x="19202400" y="4096511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8" name="Rectangle 621"/>
          <p:cNvSpPr/>
          <p:nvPr/>
        </p:nvSpPr>
        <p:spPr>
          <a:xfrm>
            <a:off x="19202400" y="4096511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9" name="Rectangle 622"/>
          <p:cNvSpPr/>
          <p:nvPr/>
        </p:nvSpPr>
        <p:spPr>
          <a:xfrm>
            <a:off x="19202400" y="4096511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0" name="Rectangle 623"/>
          <p:cNvSpPr/>
          <p:nvPr/>
        </p:nvSpPr>
        <p:spPr>
          <a:xfrm>
            <a:off x="19202400" y="4096511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1" name="Rectangle 624"/>
          <p:cNvSpPr/>
          <p:nvPr/>
        </p:nvSpPr>
        <p:spPr>
          <a:xfrm>
            <a:off x="19202400" y="4096511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2" name="Rectangle 625"/>
          <p:cNvSpPr/>
          <p:nvPr/>
        </p:nvSpPr>
        <p:spPr>
          <a:xfrm>
            <a:off x="19202400" y="4096511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3" name="Rectangle 626"/>
          <p:cNvSpPr/>
          <p:nvPr/>
        </p:nvSpPr>
        <p:spPr>
          <a:xfrm>
            <a:off x="19202400" y="4096511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4" name="Rounded Rectangle 627"/>
          <p:cNvSpPr/>
          <p:nvPr/>
        </p:nvSpPr>
        <p:spPr>
          <a:xfrm>
            <a:off x="19202400" y="4151376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2B5D8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5" name="Rounded Rectangle 628"/>
          <p:cNvSpPr/>
          <p:nvPr/>
        </p:nvSpPr>
        <p:spPr>
          <a:xfrm>
            <a:off x="19202400" y="4151376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2B5D8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6" name="TextBox 629"/>
          <p:cNvSpPr txBox="1"/>
          <p:nvPr/>
        </p:nvSpPr>
        <p:spPr>
          <a:xfrm>
            <a:off x="19202400" y="4544123"/>
            <a:ext cx="2743200" cy="531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Prototype, testing &amp; documentation</a:t>
            </a:r>
          </a:p>
        </p:txBody>
      </p:sp>
      <p:sp>
        <p:nvSpPr>
          <p:cNvPr id="917" name="Rectangle 630"/>
          <p:cNvSpPr/>
          <p:nvPr/>
        </p:nvSpPr>
        <p:spPr>
          <a:xfrm>
            <a:off x="19202400" y="457200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8" name="Rectangle 631"/>
          <p:cNvSpPr/>
          <p:nvPr/>
        </p:nvSpPr>
        <p:spPr>
          <a:xfrm>
            <a:off x="19202400" y="457200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9" name="Rectangle 632"/>
          <p:cNvSpPr/>
          <p:nvPr/>
        </p:nvSpPr>
        <p:spPr>
          <a:xfrm>
            <a:off x="19202400" y="457200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0" name="Rectangle 633"/>
          <p:cNvSpPr/>
          <p:nvPr/>
        </p:nvSpPr>
        <p:spPr>
          <a:xfrm>
            <a:off x="19202400" y="457200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1" name="Rectangle 634"/>
          <p:cNvSpPr/>
          <p:nvPr/>
        </p:nvSpPr>
        <p:spPr>
          <a:xfrm>
            <a:off x="19202400" y="457200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2" name="Rectangle 635"/>
          <p:cNvSpPr/>
          <p:nvPr/>
        </p:nvSpPr>
        <p:spPr>
          <a:xfrm>
            <a:off x="19202400" y="457200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3" name="Rectangle 636"/>
          <p:cNvSpPr/>
          <p:nvPr/>
        </p:nvSpPr>
        <p:spPr>
          <a:xfrm>
            <a:off x="19202400" y="457200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4" name="Rectangle 637"/>
          <p:cNvSpPr/>
          <p:nvPr/>
        </p:nvSpPr>
        <p:spPr>
          <a:xfrm>
            <a:off x="19202400" y="4572000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5" name="Rounded Rectangle 638"/>
          <p:cNvSpPr/>
          <p:nvPr/>
        </p:nvSpPr>
        <p:spPr>
          <a:xfrm>
            <a:off x="19202400" y="4626864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2E7D5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6" name="Rounded Rectangle 639"/>
          <p:cNvSpPr/>
          <p:nvPr/>
        </p:nvSpPr>
        <p:spPr>
          <a:xfrm>
            <a:off x="19202400" y="4626864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2E7D5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7" name="TextBox 640"/>
          <p:cNvSpPr txBox="1"/>
          <p:nvPr/>
        </p:nvSpPr>
        <p:spPr>
          <a:xfrm>
            <a:off x="19202400" y="5146293"/>
            <a:ext cx="2743200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4999"/>
              </a:lnSpc>
              <a:defRPr sz="16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Final presentation preparation</a:t>
            </a:r>
          </a:p>
        </p:txBody>
      </p:sp>
      <p:sp>
        <p:nvSpPr>
          <p:cNvPr id="928" name="Rectangle 641"/>
          <p:cNvSpPr/>
          <p:nvPr/>
        </p:nvSpPr>
        <p:spPr>
          <a:xfrm>
            <a:off x="19202400" y="504748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9" name="Rectangle 642"/>
          <p:cNvSpPr/>
          <p:nvPr/>
        </p:nvSpPr>
        <p:spPr>
          <a:xfrm>
            <a:off x="19202400" y="504748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0" name="Rectangle 643"/>
          <p:cNvSpPr/>
          <p:nvPr/>
        </p:nvSpPr>
        <p:spPr>
          <a:xfrm>
            <a:off x="19202400" y="504748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1" name="Rectangle 644"/>
          <p:cNvSpPr/>
          <p:nvPr/>
        </p:nvSpPr>
        <p:spPr>
          <a:xfrm>
            <a:off x="19202400" y="504748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2" name="Rectangle 645"/>
          <p:cNvSpPr/>
          <p:nvPr/>
        </p:nvSpPr>
        <p:spPr>
          <a:xfrm>
            <a:off x="19202400" y="504748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3" name="Rectangle 646"/>
          <p:cNvSpPr/>
          <p:nvPr/>
        </p:nvSpPr>
        <p:spPr>
          <a:xfrm>
            <a:off x="19202400" y="504748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4" name="Rectangle 647"/>
          <p:cNvSpPr/>
          <p:nvPr/>
        </p:nvSpPr>
        <p:spPr>
          <a:xfrm>
            <a:off x="19202400" y="504748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5" name="Rectangle 648"/>
          <p:cNvSpPr/>
          <p:nvPr/>
        </p:nvSpPr>
        <p:spPr>
          <a:xfrm>
            <a:off x="19202400" y="5047488"/>
            <a:ext cx="1325881" cy="429769"/>
          </a:xfrm>
          <a:prstGeom prst="rect">
            <a:avLst/>
          </a:prstGeom>
          <a:solidFill>
            <a:srgbClr val="F5F8FA"/>
          </a:solidFill>
          <a:ln w="7620">
            <a:solidFill>
              <a:srgbClr val="DCE1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6" name="Rounded Rectangle 649"/>
          <p:cNvSpPr/>
          <p:nvPr/>
        </p:nvSpPr>
        <p:spPr>
          <a:xfrm>
            <a:off x="19202400" y="5102352"/>
            <a:ext cx="1234440" cy="320041"/>
          </a:xfrm>
          <a:prstGeom prst="roundRect">
            <a:avLst>
              <a:gd name="adj" fmla="val 16667"/>
            </a:avLst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7" name="TextBox 650"/>
          <p:cNvSpPr txBox="1"/>
          <p:nvPr/>
        </p:nvSpPr>
        <p:spPr>
          <a:xfrm>
            <a:off x="19202400" y="4315967"/>
            <a:ext cx="13350240" cy="338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1500">
                <a:solidFill>
                  <a:srgbClr val="5E67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W1–W8 are a planning view for the project; actual dates can be mapped to the department calendar.</a:t>
            </a:r>
          </a:p>
        </p:txBody>
      </p:sp>
      <p:sp>
        <p:nvSpPr>
          <p:cNvPr id="938" name="TextBox 651"/>
          <p:cNvSpPr txBox="1"/>
          <p:nvPr/>
        </p:nvSpPr>
        <p:spPr>
          <a:xfrm>
            <a:off x="19248119" y="987552"/>
            <a:ext cx="2599536" cy="33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700" b="1">
                <a:solidFill>
                  <a:srgbClr val="373737"/>
                </a:solidFill>
              </a:defRPr>
            </a:lvl1pPr>
          </a:lstStyle>
          <a:p>
            <a:r>
              <a:t>Planned project timeline</a:t>
            </a:r>
          </a:p>
        </p:txBody>
      </p:sp>
      <p:sp>
        <p:nvSpPr>
          <p:cNvPr id="939" name="TextBox 652"/>
          <p:cNvSpPr txBox="1"/>
          <p:nvPr/>
        </p:nvSpPr>
        <p:spPr>
          <a:xfrm>
            <a:off x="19396586" y="4315967"/>
            <a:ext cx="186321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i="1">
                <a:solidFill>
                  <a:srgbClr val="464646"/>
                </a:solidFill>
              </a:defRPr>
            </a:lvl1pPr>
          </a:lstStyle>
          <a:p>
            <a:r>
              <a:t>W1–W8 planning view</a:t>
            </a:r>
          </a:p>
        </p:txBody>
      </p:sp>
      <p:sp>
        <p:nvSpPr>
          <p:cNvPr id="940" name="TextBox 653"/>
          <p:cNvSpPr txBox="1"/>
          <p:nvPr/>
        </p:nvSpPr>
        <p:spPr>
          <a:xfrm>
            <a:off x="3629283" y="1283150"/>
            <a:ext cx="10983134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3000" b="1">
                <a:solidFill>
                  <a:srgbClr val="232323"/>
                </a:solidFill>
              </a:defRPr>
            </a:lvl1pPr>
          </a:lstStyle>
          <a:p>
            <a:r>
              <a:rPr sz="4800" dirty="0"/>
              <a:t>Major Project Schedule – Gantt Chart</a:t>
            </a:r>
          </a:p>
        </p:txBody>
      </p:sp>
      <p:sp>
        <p:nvSpPr>
          <p:cNvPr id="941" name="TextBox 654"/>
          <p:cNvSpPr txBox="1"/>
          <p:nvPr/>
        </p:nvSpPr>
        <p:spPr>
          <a:xfrm>
            <a:off x="3118705" y="2715743"/>
            <a:ext cx="2599536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700" b="1">
                <a:solidFill>
                  <a:srgbClr val="14487D"/>
                </a:solidFill>
              </a:defRPr>
            </a:lvl1pPr>
          </a:lstStyle>
          <a:p>
            <a:r>
              <a:t>Planned project timeline</a:t>
            </a:r>
          </a:p>
        </p:txBody>
      </p:sp>
      <p:sp>
        <p:nvSpPr>
          <p:cNvPr id="942" name="TextBox 655"/>
          <p:cNvSpPr txBox="1"/>
          <p:nvPr/>
        </p:nvSpPr>
        <p:spPr>
          <a:xfrm>
            <a:off x="5611519" y="2925955"/>
            <a:ext cx="42799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700" b="1">
                <a:solidFill>
                  <a:srgbClr val="14487D"/>
                </a:solidFill>
              </a:defRPr>
            </a:lvl1pPr>
          </a:lstStyle>
          <a:p>
            <a:r>
              <a:t>W1</a:t>
            </a:r>
          </a:p>
        </p:txBody>
      </p:sp>
      <p:sp>
        <p:nvSpPr>
          <p:cNvPr id="943" name="TextBox 656"/>
          <p:cNvSpPr txBox="1"/>
          <p:nvPr/>
        </p:nvSpPr>
        <p:spPr>
          <a:xfrm>
            <a:off x="6690511" y="2925955"/>
            <a:ext cx="42799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700" b="1">
                <a:solidFill>
                  <a:srgbClr val="14487D"/>
                </a:solidFill>
              </a:defRPr>
            </a:lvl1pPr>
          </a:lstStyle>
          <a:p>
            <a:r>
              <a:t>W2</a:t>
            </a:r>
          </a:p>
        </p:txBody>
      </p:sp>
      <p:sp>
        <p:nvSpPr>
          <p:cNvPr id="944" name="TextBox 657"/>
          <p:cNvSpPr txBox="1"/>
          <p:nvPr/>
        </p:nvSpPr>
        <p:spPr>
          <a:xfrm>
            <a:off x="7769503" y="2925955"/>
            <a:ext cx="42799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700" b="1">
                <a:solidFill>
                  <a:srgbClr val="14487D"/>
                </a:solidFill>
              </a:defRPr>
            </a:lvl1pPr>
          </a:lstStyle>
          <a:p>
            <a:r>
              <a:t>W3</a:t>
            </a:r>
          </a:p>
        </p:txBody>
      </p:sp>
      <p:sp>
        <p:nvSpPr>
          <p:cNvPr id="945" name="TextBox 658"/>
          <p:cNvSpPr txBox="1"/>
          <p:nvPr/>
        </p:nvSpPr>
        <p:spPr>
          <a:xfrm>
            <a:off x="8848495" y="2925955"/>
            <a:ext cx="42799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700" b="1">
                <a:solidFill>
                  <a:srgbClr val="14487D"/>
                </a:solidFill>
              </a:defRPr>
            </a:lvl1pPr>
          </a:lstStyle>
          <a:p>
            <a:r>
              <a:t>W4</a:t>
            </a:r>
          </a:p>
        </p:txBody>
      </p:sp>
      <p:sp>
        <p:nvSpPr>
          <p:cNvPr id="946" name="TextBox 659"/>
          <p:cNvSpPr txBox="1"/>
          <p:nvPr/>
        </p:nvSpPr>
        <p:spPr>
          <a:xfrm>
            <a:off x="9927487" y="2925955"/>
            <a:ext cx="42799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700" b="1">
                <a:solidFill>
                  <a:srgbClr val="14487D"/>
                </a:solidFill>
              </a:defRPr>
            </a:lvl1pPr>
          </a:lstStyle>
          <a:p>
            <a:r>
              <a:t>W5</a:t>
            </a:r>
          </a:p>
        </p:txBody>
      </p:sp>
      <p:sp>
        <p:nvSpPr>
          <p:cNvPr id="947" name="TextBox 660"/>
          <p:cNvSpPr txBox="1"/>
          <p:nvPr/>
        </p:nvSpPr>
        <p:spPr>
          <a:xfrm>
            <a:off x="11006479" y="2925955"/>
            <a:ext cx="42799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700" b="1">
                <a:solidFill>
                  <a:srgbClr val="14487D"/>
                </a:solidFill>
              </a:defRPr>
            </a:lvl1pPr>
          </a:lstStyle>
          <a:p>
            <a:r>
              <a:t>W6</a:t>
            </a:r>
          </a:p>
        </p:txBody>
      </p:sp>
      <p:sp>
        <p:nvSpPr>
          <p:cNvPr id="948" name="TextBox 661"/>
          <p:cNvSpPr txBox="1"/>
          <p:nvPr/>
        </p:nvSpPr>
        <p:spPr>
          <a:xfrm>
            <a:off x="12085471" y="2925955"/>
            <a:ext cx="42799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700" b="1">
                <a:solidFill>
                  <a:srgbClr val="14487D"/>
                </a:solidFill>
              </a:defRPr>
            </a:lvl1pPr>
          </a:lstStyle>
          <a:p>
            <a:r>
              <a:t>W7</a:t>
            </a:r>
          </a:p>
        </p:txBody>
      </p:sp>
      <p:sp>
        <p:nvSpPr>
          <p:cNvPr id="949" name="TextBox 662"/>
          <p:cNvSpPr txBox="1"/>
          <p:nvPr/>
        </p:nvSpPr>
        <p:spPr>
          <a:xfrm>
            <a:off x="13164462" y="2925955"/>
            <a:ext cx="42799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700" b="1">
                <a:solidFill>
                  <a:srgbClr val="14487D"/>
                </a:solidFill>
              </a:defRPr>
            </a:lvl1pPr>
          </a:lstStyle>
          <a:p>
            <a:r>
              <a:t>W8</a:t>
            </a:r>
          </a:p>
        </p:txBody>
      </p:sp>
      <p:sp>
        <p:nvSpPr>
          <p:cNvPr id="950" name="TextBox 663"/>
          <p:cNvSpPr txBox="1"/>
          <p:nvPr/>
        </p:nvSpPr>
        <p:spPr>
          <a:xfrm>
            <a:off x="3137178" y="3209419"/>
            <a:ext cx="1920240" cy="54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32323"/>
                </a:solidFill>
              </a:defRPr>
            </a:lvl1pPr>
          </a:lstStyle>
          <a:p>
            <a:r>
              <a:t>Literature &amp; problem definition</a:t>
            </a:r>
          </a:p>
        </p:txBody>
      </p:sp>
      <p:sp>
        <p:nvSpPr>
          <p:cNvPr id="951" name="Rectangle 664"/>
          <p:cNvSpPr/>
          <p:nvPr/>
        </p:nvSpPr>
        <p:spPr>
          <a:xfrm>
            <a:off x="5286018" y="31728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2" name="Rectangle 665"/>
          <p:cNvSpPr/>
          <p:nvPr/>
        </p:nvSpPr>
        <p:spPr>
          <a:xfrm>
            <a:off x="6365010" y="31728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3" name="Rectangle 666"/>
          <p:cNvSpPr/>
          <p:nvPr/>
        </p:nvSpPr>
        <p:spPr>
          <a:xfrm>
            <a:off x="7444002" y="31728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4" name="Rectangle 667"/>
          <p:cNvSpPr/>
          <p:nvPr/>
        </p:nvSpPr>
        <p:spPr>
          <a:xfrm>
            <a:off x="8522994" y="31728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5" name="Rectangle 668"/>
          <p:cNvSpPr/>
          <p:nvPr/>
        </p:nvSpPr>
        <p:spPr>
          <a:xfrm>
            <a:off x="9601985" y="31728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6" name="Rectangle 669"/>
          <p:cNvSpPr/>
          <p:nvPr/>
        </p:nvSpPr>
        <p:spPr>
          <a:xfrm>
            <a:off x="10680978" y="31728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7" name="Rectangle 670"/>
          <p:cNvSpPr/>
          <p:nvPr/>
        </p:nvSpPr>
        <p:spPr>
          <a:xfrm>
            <a:off x="11759969" y="31728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8" name="Rectangle 671"/>
          <p:cNvSpPr/>
          <p:nvPr/>
        </p:nvSpPr>
        <p:spPr>
          <a:xfrm>
            <a:off x="12838962" y="31728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9" name="Rounded Rectangle 672"/>
          <p:cNvSpPr/>
          <p:nvPr/>
        </p:nvSpPr>
        <p:spPr>
          <a:xfrm>
            <a:off x="5350026" y="324599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14487D"/>
          </a:solidFill>
          <a:ln>
            <a:solidFill>
              <a:srgbClr val="14487D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0" name="TextBox 673"/>
          <p:cNvSpPr txBox="1"/>
          <p:nvPr/>
        </p:nvSpPr>
        <p:spPr>
          <a:xfrm>
            <a:off x="3137178" y="3712339"/>
            <a:ext cx="1920240" cy="54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32323"/>
                </a:solidFill>
              </a:defRPr>
            </a:lvl1pPr>
          </a:lstStyle>
          <a:p>
            <a:r>
              <a:t>Dataset acquisition &amp; understanding</a:t>
            </a:r>
          </a:p>
        </p:txBody>
      </p:sp>
      <p:sp>
        <p:nvSpPr>
          <p:cNvPr id="961" name="Rectangle 674"/>
          <p:cNvSpPr/>
          <p:nvPr/>
        </p:nvSpPr>
        <p:spPr>
          <a:xfrm>
            <a:off x="5286018" y="36757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2" name="Rectangle 675"/>
          <p:cNvSpPr/>
          <p:nvPr/>
        </p:nvSpPr>
        <p:spPr>
          <a:xfrm>
            <a:off x="6365010" y="36757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3" name="Rectangle 676"/>
          <p:cNvSpPr/>
          <p:nvPr/>
        </p:nvSpPr>
        <p:spPr>
          <a:xfrm>
            <a:off x="7444002" y="36757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4" name="Rectangle 677"/>
          <p:cNvSpPr/>
          <p:nvPr/>
        </p:nvSpPr>
        <p:spPr>
          <a:xfrm>
            <a:off x="8522994" y="36757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5" name="Rectangle 678"/>
          <p:cNvSpPr/>
          <p:nvPr/>
        </p:nvSpPr>
        <p:spPr>
          <a:xfrm>
            <a:off x="9601985" y="36757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6" name="Rectangle 679"/>
          <p:cNvSpPr/>
          <p:nvPr/>
        </p:nvSpPr>
        <p:spPr>
          <a:xfrm>
            <a:off x="10680978" y="36757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7" name="Rectangle 680"/>
          <p:cNvSpPr/>
          <p:nvPr/>
        </p:nvSpPr>
        <p:spPr>
          <a:xfrm>
            <a:off x="11759969" y="36757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8" name="Rectangle 681"/>
          <p:cNvSpPr/>
          <p:nvPr/>
        </p:nvSpPr>
        <p:spPr>
          <a:xfrm>
            <a:off x="12838962" y="36757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9" name="Rounded Rectangle 682"/>
          <p:cNvSpPr/>
          <p:nvPr/>
        </p:nvSpPr>
        <p:spPr>
          <a:xfrm>
            <a:off x="6429018" y="374891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23785C"/>
          </a:solidFill>
          <a:ln>
            <a:solidFill>
              <a:srgbClr val="23785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0" name="Rounded Rectangle 683"/>
          <p:cNvSpPr/>
          <p:nvPr/>
        </p:nvSpPr>
        <p:spPr>
          <a:xfrm>
            <a:off x="7508009" y="374891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23785C"/>
          </a:solidFill>
          <a:ln>
            <a:solidFill>
              <a:srgbClr val="23785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1" name="TextBox 684"/>
          <p:cNvSpPr txBox="1"/>
          <p:nvPr/>
        </p:nvSpPr>
        <p:spPr>
          <a:xfrm>
            <a:off x="3137178" y="4215259"/>
            <a:ext cx="1920240" cy="54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32323"/>
                </a:solidFill>
              </a:defRPr>
            </a:lvl1pPr>
          </a:lstStyle>
          <a:p>
            <a:r>
              <a:t>Preprocessing &amp; EDA</a:t>
            </a:r>
          </a:p>
        </p:txBody>
      </p:sp>
      <p:sp>
        <p:nvSpPr>
          <p:cNvPr id="972" name="Rectangle 685"/>
          <p:cNvSpPr/>
          <p:nvPr/>
        </p:nvSpPr>
        <p:spPr>
          <a:xfrm>
            <a:off x="5286018" y="417868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3" name="Rectangle 686"/>
          <p:cNvSpPr/>
          <p:nvPr/>
        </p:nvSpPr>
        <p:spPr>
          <a:xfrm>
            <a:off x="6365010" y="417868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4" name="Rectangle 687"/>
          <p:cNvSpPr/>
          <p:nvPr/>
        </p:nvSpPr>
        <p:spPr>
          <a:xfrm>
            <a:off x="7444002" y="417868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5" name="Rectangle 688"/>
          <p:cNvSpPr/>
          <p:nvPr/>
        </p:nvSpPr>
        <p:spPr>
          <a:xfrm>
            <a:off x="8522994" y="417868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6" name="Rectangle 689"/>
          <p:cNvSpPr/>
          <p:nvPr/>
        </p:nvSpPr>
        <p:spPr>
          <a:xfrm>
            <a:off x="9601985" y="417868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7" name="Rectangle 690"/>
          <p:cNvSpPr/>
          <p:nvPr/>
        </p:nvSpPr>
        <p:spPr>
          <a:xfrm>
            <a:off x="10680978" y="417868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8" name="Rectangle 691"/>
          <p:cNvSpPr/>
          <p:nvPr/>
        </p:nvSpPr>
        <p:spPr>
          <a:xfrm>
            <a:off x="11759969" y="417868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9" name="Rectangle 692"/>
          <p:cNvSpPr/>
          <p:nvPr/>
        </p:nvSpPr>
        <p:spPr>
          <a:xfrm>
            <a:off x="12838962" y="417868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0" name="Rounded Rectangle 693"/>
          <p:cNvSpPr/>
          <p:nvPr/>
        </p:nvSpPr>
        <p:spPr>
          <a:xfrm>
            <a:off x="7508009" y="425183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14487D"/>
          </a:solidFill>
          <a:ln>
            <a:solidFill>
              <a:srgbClr val="14487D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1" name="Rounded Rectangle 694"/>
          <p:cNvSpPr/>
          <p:nvPr/>
        </p:nvSpPr>
        <p:spPr>
          <a:xfrm>
            <a:off x="8587002" y="425183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14487D"/>
          </a:solidFill>
          <a:ln>
            <a:solidFill>
              <a:srgbClr val="14487D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2" name="Rounded Rectangle 695"/>
          <p:cNvSpPr/>
          <p:nvPr/>
        </p:nvSpPr>
        <p:spPr>
          <a:xfrm>
            <a:off x="9665994" y="425183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14487D"/>
          </a:solidFill>
          <a:ln>
            <a:solidFill>
              <a:srgbClr val="14487D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3" name="TextBox 696"/>
          <p:cNvSpPr txBox="1"/>
          <p:nvPr/>
        </p:nvSpPr>
        <p:spPr>
          <a:xfrm>
            <a:off x="3137178" y="4718179"/>
            <a:ext cx="1920240" cy="54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32323"/>
                </a:solidFill>
              </a:defRPr>
            </a:lvl1pPr>
          </a:lstStyle>
          <a:p>
            <a:r>
              <a:t>Model development &amp; comparison</a:t>
            </a:r>
          </a:p>
        </p:txBody>
      </p:sp>
      <p:sp>
        <p:nvSpPr>
          <p:cNvPr id="984" name="Rectangle 697"/>
          <p:cNvSpPr/>
          <p:nvPr/>
        </p:nvSpPr>
        <p:spPr>
          <a:xfrm>
            <a:off x="5286018" y="468160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5" name="Rectangle 698"/>
          <p:cNvSpPr/>
          <p:nvPr/>
        </p:nvSpPr>
        <p:spPr>
          <a:xfrm>
            <a:off x="6365010" y="468160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6" name="Rectangle 699"/>
          <p:cNvSpPr/>
          <p:nvPr/>
        </p:nvSpPr>
        <p:spPr>
          <a:xfrm>
            <a:off x="7444002" y="468160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7" name="Rectangle 700"/>
          <p:cNvSpPr/>
          <p:nvPr/>
        </p:nvSpPr>
        <p:spPr>
          <a:xfrm>
            <a:off x="8522994" y="468160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8" name="Rectangle 701"/>
          <p:cNvSpPr/>
          <p:nvPr/>
        </p:nvSpPr>
        <p:spPr>
          <a:xfrm>
            <a:off x="9601985" y="468160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9" name="Rectangle 702"/>
          <p:cNvSpPr/>
          <p:nvPr/>
        </p:nvSpPr>
        <p:spPr>
          <a:xfrm>
            <a:off x="10680978" y="468160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0" name="Rectangle 703"/>
          <p:cNvSpPr/>
          <p:nvPr/>
        </p:nvSpPr>
        <p:spPr>
          <a:xfrm>
            <a:off x="11759969" y="468160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1" name="Rectangle 704"/>
          <p:cNvSpPr/>
          <p:nvPr/>
        </p:nvSpPr>
        <p:spPr>
          <a:xfrm>
            <a:off x="12838962" y="468160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2" name="Rounded Rectangle 705"/>
          <p:cNvSpPr/>
          <p:nvPr/>
        </p:nvSpPr>
        <p:spPr>
          <a:xfrm>
            <a:off x="8587002" y="475475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23785C"/>
          </a:solidFill>
          <a:ln>
            <a:solidFill>
              <a:srgbClr val="23785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3" name="Rounded Rectangle 706"/>
          <p:cNvSpPr/>
          <p:nvPr/>
        </p:nvSpPr>
        <p:spPr>
          <a:xfrm>
            <a:off x="9665994" y="475475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23785C"/>
          </a:solidFill>
          <a:ln>
            <a:solidFill>
              <a:srgbClr val="23785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4" name="TextBox 707"/>
          <p:cNvSpPr txBox="1"/>
          <p:nvPr/>
        </p:nvSpPr>
        <p:spPr>
          <a:xfrm>
            <a:off x="3137178" y="5221099"/>
            <a:ext cx="1920240" cy="54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32323"/>
                </a:solidFill>
              </a:defRPr>
            </a:lvl1pPr>
          </a:lstStyle>
          <a:p>
            <a:r>
              <a:t>SHAP &amp; interpretation</a:t>
            </a:r>
          </a:p>
        </p:txBody>
      </p:sp>
      <p:sp>
        <p:nvSpPr>
          <p:cNvPr id="995" name="Rectangle 708"/>
          <p:cNvSpPr/>
          <p:nvPr/>
        </p:nvSpPr>
        <p:spPr>
          <a:xfrm>
            <a:off x="5286018" y="518452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6" name="Rectangle 709"/>
          <p:cNvSpPr/>
          <p:nvPr/>
        </p:nvSpPr>
        <p:spPr>
          <a:xfrm>
            <a:off x="6365010" y="518452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7" name="Rectangle 710"/>
          <p:cNvSpPr/>
          <p:nvPr/>
        </p:nvSpPr>
        <p:spPr>
          <a:xfrm>
            <a:off x="7444002" y="518452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8" name="Rectangle 711"/>
          <p:cNvSpPr/>
          <p:nvPr/>
        </p:nvSpPr>
        <p:spPr>
          <a:xfrm>
            <a:off x="8522994" y="518452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9" name="Rectangle 712"/>
          <p:cNvSpPr/>
          <p:nvPr/>
        </p:nvSpPr>
        <p:spPr>
          <a:xfrm>
            <a:off x="9601985" y="518452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0" name="Rectangle 713"/>
          <p:cNvSpPr/>
          <p:nvPr/>
        </p:nvSpPr>
        <p:spPr>
          <a:xfrm>
            <a:off x="10680978" y="518452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1" name="Rectangle 714"/>
          <p:cNvSpPr/>
          <p:nvPr/>
        </p:nvSpPr>
        <p:spPr>
          <a:xfrm>
            <a:off x="11759969" y="518452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2" name="Rectangle 715"/>
          <p:cNvSpPr/>
          <p:nvPr/>
        </p:nvSpPr>
        <p:spPr>
          <a:xfrm>
            <a:off x="12838962" y="518452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3" name="Rounded Rectangle 716"/>
          <p:cNvSpPr/>
          <p:nvPr/>
        </p:nvSpPr>
        <p:spPr>
          <a:xfrm>
            <a:off x="10744985" y="525767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14487D"/>
          </a:solidFill>
          <a:ln>
            <a:solidFill>
              <a:srgbClr val="14487D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4" name="Rounded Rectangle 717"/>
          <p:cNvSpPr/>
          <p:nvPr/>
        </p:nvSpPr>
        <p:spPr>
          <a:xfrm>
            <a:off x="11823978" y="525767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14487D"/>
          </a:solidFill>
          <a:ln>
            <a:solidFill>
              <a:srgbClr val="14487D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5" name="TextBox 718"/>
          <p:cNvSpPr txBox="1"/>
          <p:nvPr/>
        </p:nvSpPr>
        <p:spPr>
          <a:xfrm>
            <a:off x="3137178" y="5724019"/>
            <a:ext cx="1920240" cy="54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32323"/>
                </a:solidFill>
              </a:defRPr>
            </a:lvl1pPr>
          </a:lstStyle>
          <a:p>
            <a:r>
              <a:t>Prototype, testing &amp; documentation</a:t>
            </a:r>
          </a:p>
        </p:txBody>
      </p:sp>
      <p:sp>
        <p:nvSpPr>
          <p:cNvPr id="1006" name="Rectangle 719"/>
          <p:cNvSpPr/>
          <p:nvPr/>
        </p:nvSpPr>
        <p:spPr>
          <a:xfrm>
            <a:off x="5286018" y="56874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7" name="Rectangle 720"/>
          <p:cNvSpPr/>
          <p:nvPr/>
        </p:nvSpPr>
        <p:spPr>
          <a:xfrm>
            <a:off x="6365010" y="56874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8" name="Rectangle 721"/>
          <p:cNvSpPr/>
          <p:nvPr/>
        </p:nvSpPr>
        <p:spPr>
          <a:xfrm>
            <a:off x="7444002" y="56874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9" name="Rectangle 722"/>
          <p:cNvSpPr/>
          <p:nvPr/>
        </p:nvSpPr>
        <p:spPr>
          <a:xfrm>
            <a:off x="8522994" y="56874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0" name="Rectangle 723"/>
          <p:cNvSpPr/>
          <p:nvPr/>
        </p:nvSpPr>
        <p:spPr>
          <a:xfrm>
            <a:off x="9601985" y="56874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1" name="Rectangle 724"/>
          <p:cNvSpPr/>
          <p:nvPr/>
        </p:nvSpPr>
        <p:spPr>
          <a:xfrm>
            <a:off x="10680978" y="56874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2" name="Rectangle 725"/>
          <p:cNvSpPr/>
          <p:nvPr/>
        </p:nvSpPr>
        <p:spPr>
          <a:xfrm>
            <a:off x="11759969" y="56874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3" name="Rectangle 726"/>
          <p:cNvSpPr/>
          <p:nvPr/>
        </p:nvSpPr>
        <p:spPr>
          <a:xfrm>
            <a:off x="12838962" y="568744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4" name="Rounded Rectangle 727"/>
          <p:cNvSpPr/>
          <p:nvPr/>
        </p:nvSpPr>
        <p:spPr>
          <a:xfrm>
            <a:off x="11823978" y="576059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23785C"/>
          </a:solidFill>
          <a:ln>
            <a:solidFill>
              <a:srgbClr val="23785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5" name="Rounded Rectangle 728"/>
          <p:cNvSpPr/>
          <p:nvPr/>
        </p:nvSpPr>
        <p:spPr>
          <a:xfrm>
            <a:off x="12902969" y="576059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23785C"/>
          </a:solidFill>
          <a:ln>
            <a:solidFill>
              <a:srgbClr val="23785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6" name="TextBox 729"/>
          <p:cNvSpPr txBox="1"/>
          <p:nvPr/>
        </p:nvSpPr>
        <p:spPr>
          <a:xfrm>
            <a:off x="3137178" y="6226939"/>
            <a:ext cx="1920240" cy="54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32323"/>
                </a:solidFill>
              </a:defRPr>
            </a:lvl1pPr>
          </a:lstStyle>
          <a:p>
            <a:r>
              <a:t>Final presentation preparation</a:t>
            </a:r>
          </a:p>
        </p:txBody>
      </p:sp>
      <p:sp>
        <p:nvSpPr>
          <p:cNvPr id="1017" name="Rectangle 730"/>
          <p:cNvSpPr/>
          <p:nvPr/>
        </p:nvSpPr>
        <p:spPr>
          <a:xfrm>
            <a:off x="5286018" y="61903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8" name="Rectangle 731"/>
          <p:cNvSpPr/>
          <p:nvPr/>
        </p:nvSpPr>
        <p:spPr>
          <a:xfrm>
            <a:off x="6365010" y="61903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9" name="Rectangle 732"/>
          <p:cNvSpPr/>
          <p:nvPr/>
        </p:nvSpPr>
        <p:spPr>
          <a:xfrm>
            <a:off x="7444002" y="61903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0" name="Rectangle 733"/>
          <p:cNvSpPr/>
          <p:nvPr/>
        </p:nvSpPr>
        <p:spPr>
          <a:xfrm>
            <a:off x="8522994" y="61903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1" name="Rectangle 734"/>
          <p:cNvSpPr/>
          <p:nvPr/>
        </p:nvSpPr>
        <p:spPr>
          <a:xfrm>
            <a:off x="9601985" y="61903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2" name="Rectangle 735"/>
          <p:cNvSpPr/>
          <p:nvPr/>
        </p:nvSpPr>
        <p:spPr>
          <a:xfrm>
            <a:off x="10680978" y="61903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3" name="Rectangle 736"/>
          <p:cNvSpPr/>
          <p:nvPr/>
        </p:nvSpPr>
        <p:spPr>
          <a:xfrm>
            <a:off x="11759969" y="61903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4" name="Rectangle 737"/>
          <p:cNvSpPr/>
          <p:nvPr/>
        </p:nvSpPr>
        <p:spPr>
          <a:xfrm>
            <a:off x="12838962" y="6190363"/>
            <a:ext cx="1078993" cy="45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5" name="Rounded Rectangle 738"/>
          <p:cNvSpPr/>
          <p:nvPr/>
        </p:nvSpPr>
        <p:spPr>
          <a:xfrm>
            <a:off x="12902969" y="6263515"/>
            <a:ext cx="950977" cy="320041"/>
          </a:xfrm>
          <a:prstGeom prst="roundRect">
            <a:avLst>
              <a:gd name="adj" fmla="val 16667"/>
            </a:avLst>
          </a:prstGeom>
          <a:solidFill>
            <a:srgbClr val="14487D"/>
          </a:solidFill>
          <a:ln>
            <a:solidFill>
              <a:srgbClr val="14487D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6" name="TextBox 739"/>
          <p:cNvSpPr txBox="1"/>
          <p:nvPr/>
        </p:nvSpPr>
        <p:spPr>
          <a:xfrm>
            <a:off x="5062654" y="6921883"/>
            <a:ext cx="7213289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500" i="1">
                <a:solidFill>
                  <a:srgbClr val="505050"/>
                </a:solidFill>
              </a:defRPr>
            </a:lvl1pPr>
          </a:lstStyle>
          <a:p>
            <a:r>
              <a:t>W1–W8 is a planning view; actual dates can be mapped to the department calendar.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570;p68"/>
          <p:cNvSpPr txBox="1"/>
          <p:nvPr/>
        </p:nvSpPr>
        <p:spPr>
          <a:xfrm>
            <a:off x="1574157" y="1105772"/>
            <a:ext cx="15590456" cy="946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ct val="140007"/>
              </a:lnSpc>
              <a:defRPr sz="30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>
              <a:defRPr>
                <a:solidFill>
                  <a:srgbClr val="003366"/>
                </a:solidFill>
              </a:defRPr>
            </a:pPr>
            <a:r>
              <a:rPr sz="4800" dirty="0"/>
              <a:t>References</a:t>
            </a:r>
          </a:p>
        </p:txBody>
      </p:sp>
      <p:sp>
        <p:nvSpPr>
          <p:cNvPr id="1029" name="TextBox 570"/>
          <p:cNvSpPr txBox="1"/>
          <p:nvPr/>
        </p:nvSpPr>
        <p:spPr>
          <a:xfrm>
            <a:off x="3639311" y="2693785"/>
            <a:ext cx="11009378" cy="4796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4999"/>
              </a:lnSpc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</a:t>
            </a:r>
            <a:r>
              <a:rPr sz="2000" dirty="0" err="1"/>
              <a:t>Varkiani</a:t>
            </a:r>
            <a:r>
              <a:rPr sz="2000" dirty="0"/>
              <a:t>, S. M., </a:t>
            </a:r>
            <a:r>
              <a:rPr sz="2000" dirty="0" err="1"/>
              <a:t>Pattarin</a:t>
            </a:r>
            <a:r>
              <a:rPr sz="2000" dirty="0"/>
              <a:t>, F., Fabbri, T., &amp; Fantoni, G. (2025). Predicting employee attrition and explaining its determinants. Expert Systems With Applications, 272, 126575. DOI: 10.1016/j.eswa.2025.126575.</a:t>
            </a:r>
          </a:p>
          <a:p>
            <a:pPr>
              <a:lnSpc>
                <a:spcPct val="104999"/>
              </a:lnSpc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Lundberg, S. M., &amp; Lee, S.-I. (2017). A Unified Approach to Interpreting Model Predictions. Advances in Neural Information Processing Systems.</a:t>
            </a:r>
          </a:p>
          <a:p>
            <a:pPr>
              <a:lnSpc>
                <a:spcPct val="104999"/>
              </a:lnSpc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Liaw, A., &amp; Wiener, M. (2002). Classification and Regression by </a:t>
            </a:r>
            <a:r>
              <a:rPr sz="2000" dirty="0" err="1"/>
              <a:t>randomForest</a:t>
            </a:r>
            <a:r>
              <a:rPr sz="2000" dirty="0"/>
              <a:t>. R News, 2(3), 18–22.</a:t>
            </a:r>
          </a:p>
          <a:p>
            <a:pPr>
              <a:lnSpc>
                <a:spcPct val="104999"/>
              </a:lnSpc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Chawla, N. V., Bowyer, K. W., Hall, L. O., &amp; </a:t>
            </a:r>
            <a:r>
              <a:rPr sz="2000" dirty="0" err="1"/>
              <a:t>Kegelmeyer</a:t>
            </a:r>
            <a:r>
              <a:rPr sz="2000" dirty="0"/>
              <a:t>, W. P. (2002). SMOTE: Synthetic Minority Over-sampling Technique. Journal of Artificial Intelligence Research, 16, 321–357.</a:t>
            </a:r>
          </a:p>
          <a:p>
            <a:pPr>
              <a:lnSpc>
                <a:spcPct val="104999"/>
              </a:lnSpc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</a:t>
            </a:r>
            <a:r>
              <a:rPr sz="2000" dirty="0" err="1"/>
              <a:t>Alduayj</a:t>
            </a:r>
            <a:r>
              <a:rPr sz="2000" dirty="0"/>
              <a:t>, S. S., &amp; Rajpoot, K. (2018). Predicting Employee Attrition using Machine Learning. IEEE International Conference on Innovations in Information Technology, 93–98.</a:t>
            </a:r>
          </a:p>
          <a:p>
            <a:pPr>
              <a:lnSpc>
                <a:spcPct val="104999"/>
              </a:lnSpc>
              <a:spcBef>
                <a:spcPts val="800"/>
              </a:spcBef>
              <a:defRPr sz="1800">
                <a:solidFill>
                  <a:srgbClr val="202A35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sz="2000" dirty="0"/>
              <a:t>• Patrick et al. (2024). Attachment Theory-based framework for intention to stay, as discussed in the base paper.</a:t>
            </a:r>
          </a:p>
        </p:txBody>
      </p:sp>
      <p:sp>
        <p:nvSpPr>
          <p:cNvPr id="1030" name="TextBox 571"/>
          <p:cNvSpPr txBox="1"/>
          <p:nvPr/>
        </p:nvSpPr>
        <p:spPr>
          <a:xfrm>
            <a:off x="2468880" y="9091814"/>
            <a:ext cx="13350240" cy="32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>
                <a:solidFill>
                  <a:srgbClr val="5E67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202A35"/>
                </a:solidFill>
              </a:defRPr>
            </a:pPr>
            <a:r>
              <a:t>Primary source used throughout this presentation: the provided 2025 Expert Systems With Applications paper.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FFF"/>
      </a:solidFill>
      <a:effectLst/>
    </p:bgPr>
  </p:bg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TextBox 574"/>
          <p:cNvSpPr txBox="1"/>
          <p:nvPr/>
        </p:nvSpPr>
        <p:spPr>
          <a:xfrm>
            <a:off x="3040379" y="4417313"/>
            <a:ext cx="12207242" cy="744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>
            <a:lvl1pPr algn="ctr">
              <a:lnSpc>
                <a:spcPct val="104999"/>
              </a:lnSpc>
              <a:defRPr sz="4200" b="1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>
              <a:defRPr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1033" name="TextBox 575"/>
          <p:cNvSpPr txBox="1"/>
          <p:nvPr/>
        </p:nvSpPr>
        <p:spPr>
          <a:xfrm>
            <a:off x="5600700" y="5429758"/>
            <a:ext cx="7132319" cy="439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864" tIns="54864" rIns="54864" bIns="54864">
            <a:spAutoFit/>
          </a:bodyPr>
          <a:lstStyle>
            <a:lvl1pPr algn="ctr">
              <a:lnSpc>
                <a:spcPct val="104999"/>
              </a:lnSpc>
              <a:defRPr sz="2200" b="1">
                <a:solidFill>
                  <a:srgbClr val="00336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>
              <a:defRPr>
                <a:solidFill>
                  <a:srgbClr val="2B5D8A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1994</Words>
  <Application>Microsoft Office PowerPoint</Application>
  <PresentationFormat>Custom</PresentationFormat>
  <Paragraphs>297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Cambria Math</vt:lpstr>
      <vt:lpstr>Helvetica</vt:lpstr>
      <vt:lpstr>Nunito Sans</vt:lpstr>
      <vt:lpstr>Nunito Sans SemiBold</vt:lpstr>
      <vt:lpstr>Poppins</vt:lpstr>
      <vt:lpstr>Poppins Medium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WAASAY</dc:creator>
  <cp:lastModifiedBy>Abdul Waasay</cp:lastModifiedBy>
  <cp:revision>32</cp:revision>
  <dcterms:modified xsi:type="dcterms:W3CDTF">2026-08-21T14:52:58Z</dcterms:modified>
</cp:coreProperties>
</file>